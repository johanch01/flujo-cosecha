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6807770" y="4506905"/>
                  <a:ext cx="2024738" cy="512090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807745" y="5018992"/>
                  <a:ext cx="2024756" cy="237747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6807740" y="5238415"/>
                  <a:ext cx="2024810" cy="219459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755290" y="4536259"/>
                  <a:ext cx="2024738" cy="512090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55233" y="5048379"/>
                  <a:ext cx="2024756" cy="237747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755226" y="5267778"/>
                  <a:ext cx="2024805" cy="219459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08848" y="6343824"/>
                <a:ext cx="1757230" cy="237747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08927" y="6563260"/>
                <a:ext cx="1757191" cy="219459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323334" y="6322216"/>
                <a:ext cx="1600307" cy="237747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323333" y="6541669"/>
                <a:ext cx="1600278" cy="219459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17405" y="1928617"/>
            <a:ext cx="1757225" cy="5120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4201" y="1864522"/>
            <a:ext cx="1738212" cy="5120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4171" y="2376577"/>
            <a:ext cx="1738178" cy="23774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4145" y="2596035"/>
            <a:ext cx="1738204" cy="219459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79771" y="1852886"/>
            <a:ext cx="1578000" cy="5120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79791" y="2364874"/>
            <a:ext cx="1577961" cy="23774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79773" y="2584343"/>
            <a:ext cx="1577999" cy="219459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301695" y="1912112"/>
            <a:ext cx="1600268" cy="5120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{{#F126}}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{{#F122}}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{{#F123}}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{{#F130}}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{{#F131}}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{{#F124}}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