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{{#F3}}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{{#F4}}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{{#F5}}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{{#F7}}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{{#F6}}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{{#F29}}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{{#F30}}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{{#F31}}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{{#F33}}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{{#F34}}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{{#F35}}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{{#F36}}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{{#F37}}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{{#F38}}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{{#F9}}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{{#F39}}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{{#F10}}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{{#F40}}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{{#F41}}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{{#F43}}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{{#F44}}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{{#F45}}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{{#F46}}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{{#F52}}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6245474"/>
            <a:ext cx="11757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/>
              <a:t>{{#F53}}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{{#F16}}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{{#F55}}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{{#F18}}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{{#F19}}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{{#F57}}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{{#F21}}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{{#F58}}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{{#F24}}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{{#F59}}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{{#F72}}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{{#F60}}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{{#F73}}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{{#F61}}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{{#F75}}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{{#F76}}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{{#F77}}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{{#F62}}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{{#F79}}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{{#F63}}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{{#F80}}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{{#F81}}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{{#F82}}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{{#F83}}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{{#F65}}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{{#F84}}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{{#F85}}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{{#F66}}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{{#F67}}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{{#F88}}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{{#F89}}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{{#F90}}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{{#F68}}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{{#F69}}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{{#F91}}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{{#F70}}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{{#F71}}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{{#F92}}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{{#F93}}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{{#F94}}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{{#F95}}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{{#F96}}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{{#F97}}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{{#F102}}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{{#F98}}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{{#F103}}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{{#F104}}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{{#F99}}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{{#F105}}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{{#F106}}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{{#F107}}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{{#F100}}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{{#F109}}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{{#F110}}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{{#F112}}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{{#F122}}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{{#F123}}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{{#F113}}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{{#F124}}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{{#F114}}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{{#F125}}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{{#F126}}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{{#F115}}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{{#F127}}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{{#F128}}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{{#F116}}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{{#F117}}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{{#F129}}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{{#F130}}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{{#F118}}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{{#F131}}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{{#F119}}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{{#F132}}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{{#F133}}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{{#F134}}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{{#F120}}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{{#F121}}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{{#F135}}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{{#F136}}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{{#F137}}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{{#F138}}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300" dirty="0" b="0" i="0">
                <a:solidFill>
                  <a:srgbClr val="000000"/>
                </a:solidFill>
                <a:latin typeface="Arial"/>
              </a:rPr>
              <a:t>{{#F139}}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{{#F140}}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{{#F141}}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{{#F146}}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{{#F144}}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{{#F145}}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{{#F142}}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{{#F147}}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{{#F143}}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{{#F148}}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{{#F149}}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{{#F157}}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{{#F159}}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{{#F160}}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{{#F175}}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{{#F176}}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{{#F178}}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{{#F179}}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{{#F169}}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{{#F180}}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{{#F182}}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{{#F170}}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{{#F171}}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{{#F172}}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{{#F173}}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{{#F174}}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{{#F188}}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{{#F189}}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{{#F190}}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{{#F192}}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3" name="Lineas 1093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4" name="Lineas 1094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5" name="Lineas 1095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96" name="Lineas 1096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{{#F211}}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{{#F212}}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{{#F215}}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{{#F199}}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{{#F204}}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{{#F205}}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{{#F216}}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{{#F217}}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{{#F218}}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{{#F219}}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{{#F206}}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{{#F207}}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{{#F208}}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{{#F209}}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{{#F210}}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{{#F224}}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{{#F225}}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{{#F226}}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{{#F227}}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{{#F228}}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29" name="Lineas 112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{{#F229}}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0" name="Lineas 1130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1" name="Lineas 11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32" name="Lineas 11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{{#F247}}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{{#F248}}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{{#F250}}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0" i="0" strike="noStrike" kern="1200" cap="none" spc="0" normalizeH="0" baseline="0" noProof="0" dirty="0">
                <a:solidFill>
                  <a:srgbClr val="000000"/>
                </a:solidFill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{{#F251}}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220370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220370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508406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508406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96442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96442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844784" y="2075688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844784" y="2414016"/>
            <a:ext cx="932688" cy="292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3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{{#F241}}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{{#F252}}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{{#F253}}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{{#F254}}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{{#F242}}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{{#F243}}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{{#F244}}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{{#F245}}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{{#F259}}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{{#F246}}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{{#F260}}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800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9319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43891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{{#F261}}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1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27355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1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1927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{{#F262}}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2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615391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619963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{{#F263}}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03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9034272" y="1572768"/>
            <a:ext cx="2761488" cy="164592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3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9079992" y="1636776"/>
            <a:ext cx="2670048" cy="274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{{#F264}}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5" name="Lineas 116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4183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6" name="Lineas 116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822191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7" name="Lineas 116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70255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168" name="Lineas 1168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9582912" y="1956816"/>
            <a:ext cx="1280160" cy="1188720"/>
          </a:xfrm>
          <a:prstGeom prst="rect">
            <a:avLst/>
          </a:prstGeom>
          <a:noFill/>
        </p:spPr>
        <p:txBody>
          <a:bodyPr wrap="non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{{#F268}}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{{#F271}}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{{#F270}}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{{#F269}}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{{#F272}}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{{#F273}}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{{#F274}}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