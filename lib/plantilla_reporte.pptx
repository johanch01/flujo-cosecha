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87918" y="1629137"/>
              <a:ext cx="1700751" cy="292622"/>
            </a:xfrm>
            <a:prstGeom prst="rect">
              <a:avLst/>
            </a:prstGeom>
            <a:noFill/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616720" y="1629139"/>
              <a:ext cx="1700804" cy="292612"/>
            </a:xfrm>
            <a:prstGeom prst="rect">
              <a:avLst/>
            </a:prstGeom>
            <a:noFill/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7921" y="1592606"/>
              <a:ext cx="1700804" cy="129843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16727" y="1592606"/>
              <a:ext cx="1700781" cy="129841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049148" y="4487153"/>
                  <a:ext cx="1843212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7049125" y="4971808"/>
                  <a:ext cx="1843229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049127" y="5172943"/>
                  <a:ext cx="1843279" cy="219459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7225105" y="4202490"/>
                <a:ext cx="1926088" cy="12984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7225103" y="4239055"/>
                <a:ext cx="1926070" cy="292622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815764" y="4487153"/>
                  <a:ext cx="1843212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815707" y="4971842"/>
                  <a:ext cx="1843229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815702" y="5172953"/>
                  <a:ext cx="1843274" cy="219459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91664" y="4202418"/>
                <a:ext cx="1926088" cy="12984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6991706" y="4239087"/>
                <a:ext cx="1926083" cy="292645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33537" y="6271402"/>
                <a:ext cx="162765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33616" y="6472551"/>
                <a:ext cx="1627621" cy="219459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97011" y="5475804"/>
                <a:ext cx="1700761" cy="129843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97046" y="5512421"/>
                <a:ext cx="1700751" cy="292622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55978" y="5470833"/>
                <a:ext cx="1700828" cy="129845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255919" y="5507372"/>
                <a:ext cx="1700785" cy="292612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2518" y="6266345"/>
                <a:ext cx="162764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2518" y="6467510"/>
                <a:ext cx="1627619" cy="219459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05580" y="2898642"/>
            <a:ext cx="1700771" cy="274311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algn="ctr"/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161122" y="2898660"/>
            <a:ext cx="1700771" cy="274311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algn="ctr"/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61950" y="2898671"/>
            <a:ext cx="1700771" cy="274311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algn="ctr"/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42094" y="1883626"/>
            <a:ext cx="1627653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7767" y="1883634"/>
            <a:ext cx="1627659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7737" y="2368256"/>
            <a:ext cx="1627627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7711" y="2569425"/>
            <a:ext cx="1627651" cy="219459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26553" y="1883703"/>
            <a:ext cx="1627653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26573" y="2368258"/>
            <a:ext cx="1627612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26554" y="2569438"/>
            <a:ext cx="1627651" cy="219459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0880" y="1883672"/>
            <a:ext cx="162760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{{#F126}}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{{#F122}}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{{#F123}}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{{#F130}}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{{#F131}}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{{#F124}}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