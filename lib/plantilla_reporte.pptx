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6" r:id="rId2"/>
    <p:sldMasterId id="2147483689" r:id="rId3"/>
  </p:sldMasterIdLst>
  <p:notesMasterIdLst>
    <p:notesMasterId r:id="rId17"/>
  </p:notesMasterIdLst>
  <p:sldIdLst>
    <p:sldId id="257" r:id="rId4"/>
    <p:sldId id="1044" r:id="rId5"/>
    <p:sldId id="260" r:id="rId6"/>
    <p:sldId id="261" r:id="rId7"/>
    <p:sldId id="263" r:id="rId8"/>
    <p:sldId id="264" r:id="rId9"/>
    <p:sldId id="1045" r:id="rId10"/>
    <p:sldId id="279" r:id="rId11"/>
    <p:sldId id="1046" r:id="rId12"/>
    <p:sldId id="1047" r:id="rId13"/>
    <p:sldId id="1048" r:id="rId14"/>
    <p:sldId id="281" r:id="rId15"/>
    <p:sldId id="259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781C"/>
    <a:srgbClr val="3FC9C9"/>
    <a:srgbClr val="30984E"/>
    <a:srgbClr val="009900"/>
    <a:srgbClr val="D9E6F5"/>
    <a:srgbClr val="000000"/>
    <a:srgbClr val="97D9A7"/>
    <a:srgbClr val="33CC33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35563-487B-4ADF-BEE2-3A24AEBEE7A1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229FE-FF3F-49BA-9302-59814A3B8A10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1142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>
                <a:solidFill>
                  <a:prstClr val="black"/>
                </a:solidFill>
                <a:latin typeface="맑은 고딕"/>
              </a:rPr>
              <a:pPr/>
              <a:t>1</a:t>
            </a:fld>
            <a:endParaRPr lang="ko-KR" altLang="en-US">
              <a:solidFill>
                <a:prstClr val="black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86125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231904" y="3525012"/>
            <a:ext cx="6960096" cy="1440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48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48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231904" y="4965171"/>
            <a:ext cx="6959899" cy="67207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13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3831910" y="208364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4007280" y="4591521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2623864" y="2922816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814344" y="1073461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5246112" y="190231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7490941" y="3179621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7284210" y="981533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6384033" y="4494287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3006107" y="331184"/>
            <a:ext cx="6179787" cy="6195632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71798" y="2802137"/>
            <a:ext cx="3648404" cy="7680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71601" y="3570221"/>
            <a:ext cx="364840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30480"/>
            <a:ext cx="2116161" cy="201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0469" y="4833056"/>
            <a:ext cx="1876544" cy="202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14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rgbClr val="D8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50972" y="1427164"/>
            <a:ext cx="6857999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5050972" y="3906839"/>
            <a:ext cx="6857999" cy="1655762"/>
          </a:xfr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9594" y="1794585"/>
            <a:ext cx="2949565" cy="3397440"/>
          </a:xfrm>
          <a:prstGeom prst="rect">
            <a:avLst/>
          </a:prstGeom>
        </p:spPr>
      </p:pic>
      <p:sp>
        <p:nvSpPr>
          <p:cNvPr id="8" name="Rectángulo 7"/>
          <p:cNvSpPr/>
          <p:nvPr userDrawn="1"/>
        </p:nvSpPr>
        <p:spPr>
          <a:xfrm>
            <a:off x="1" y="6357257"/>
            <a:ext cx="12191999" cy="838200"/>
          </a:xfrm>
          <a:prstGeom prst="rect">
            <a:avLst/>
          </a:prstGeom>
          <a:solidFill>
            <a:srgbClr val="D8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7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5954490" y="500741"/>
            <a:ext cx="5660571" cy="54802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39543" y="664030"/>
            <a:ext cx="5279573" cy="5116284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11" name="Rectángulo 10"/>
          <p:cNvSpPr/>
          <p:nvPr userDrawn="1"/>
        </p:nvSpPr>
        <p:spPr>
          <a:xfrm>
            <a:off x="838200" y="1814739"/>
            <a:ext cx="4278086" cy="373290"/>
          </a:xfrm>
          <a:prstGeom prst="rect">
            <a:avLst/>
          </a:prstGeom>
          <a:solidFill>
            <a:srgbClr val="D8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89176"/>
            <a:ext cx="4963886" cy="1325563"/>
          </a:xfrm>
        </p:spPr>
        <p:txBody>
          <a:bodyPr/>
          <a:lstStyle>
            <a:lvl1pPr>
              <a:defRPr b="1">
                <a:solidFill>
                  <a:srgbClr val="D80A0A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3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9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89176"/>
            <a:ext cx="4278086" cy="1325563"/>
          </a:xfrm>
        </p:spPr>
        <p:txBody>
          <a:bodyPr/>
          <a:lstStyle>
            <a:lvl1pPr>
              <a:defRPr b="1">
                <a:solidFill>
                  <a:srgbClr val="D80A0A"/>
                </a:solidFill>
                <a:latin typeface="+mn-lt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16286" y="2195739"/>
            <a:ext cx="6237514" cy="3976461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+mj-lt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Rectángulo 3"/>
          <p:cNvSpPr/>
          <p:nvPr userDrawn="1"/>
        </p:nvSpPr>
        <p:spPr>
          <a:xfrm>
            <a:off x="838200" y="1814739"/>
            <a:ext cx="4278086" cy="373290"/>
          </a:xfrm>
          <a:prstGeom prst="rect">
            <a:avLst/>
          </a:prstGeom>
          <a:solidFill>
            <a:srgbClr val="D8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sp>
        <p:nvSpPr>
          <p:cNvPr id="9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/>
          <p:nvPr userDrawn="1"/>
        </p:nvSpPr>
        <p:spPr>
          <a:xfrm>
            <a:off x="0" y="1035956"/>
            <a:ext cx="12192000" cy="4288972"/>
          </a:xfrm>
          <a:prstGeom prst="rect">
            <a:avLst/>
          </a:prstGeom>
          <a:solidFill>
            <a:srgbClr val="D8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817914"/>
            <a:ext cx="10515600" cy="1930385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3775288"/>
            <a:ext cx="10515600" cy="75497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7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7191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D80A0A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13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81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15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8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014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470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000">
                <a:solidFill>
                  <a:schemeClr val="tx2"/>
                </a:solidFill>
              </a:defRPr>
            </a:lvl4pPr>
            <a:lvl5pPr>
              <a:defRPr sz="20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3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01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sp>
        <p:nvSpPr>
          <p:cNvPr id="12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362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048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110346" y="6525533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s-PE">
                <a:solidFill>
                  <a:srgbClr val="553C32">
                    <a:lumMod val="50000"/>
                  </a:srgbClr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>
                    <a:lumMod val="50000"/>
                  </a:srgbClr>
                </a:solidFill>
              </a:rPr>
              <a:pPr/>
              <a:t>‹Nº›</a:t>
            </a:fld>
            <a:endParaRPr lang="es-PE" dirty="0">
              <a:solidFill>
                <a:srgbClr val="553C32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087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2922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59578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2681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552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74379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560547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834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94562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0195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28769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96843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ítulo y objetos">
  <p:cSld name="2_Título y objeto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8238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4" Type="http://schemas.openxmlformats.org/officeDocument/2006/relationships/image" Target="../media/image5.png"/><Relationship Id="rId15" Type="http://schemas.openxmlformats.org/officeDocument/2006/relationships/image" Target="../media/image6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76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Rectángulo 6"/>
          <p:cNvSpPr/>
          <p:nvPr userDrawn="1"/>
        </p:nvSpPr>
        <p:spPr>
          <a:xfrm>
            <a:off x="-1" y="6527015"/>
            <a:ext cx="12192001" cy="3419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sp>
        <p:nvSpPr>
          <p:cNvPr id="8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328062" y="6536419"/>
            <a:ext cx="2743200" cy="365125"/>
          </a:xfrm>
          <a:prstGeom prst="rect">
            <a:avLst/>
          </a:prstGeom>
        </p:spPr>
        <p:txBody>
          <a:bodyPr anchor="ctr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PE">
                <a:solidFill>
                  <a:srgbClr val="553C32"/>
                </a:solidFill>
              </a:rPr>
              <a:t>|     </a:t>
            </a:r>
            <a:fld id="{D9133A49-A35E-4627-8250-712B7E1A8DBB}" type="slidenum">
              <a:rPr lang="es-PE" smtClean="0">
                <a:solidFill>
                  <a:srgbClr val="553C32"/>
                </a:solidFill>
              </a:rPr>
              <a:pPr/>
              <a:t>‹Nº›</a:t>
            </a:fld>
            <a:endParaRPr lang="es-PE" dirty="0">
              <a:solidFill>
                <a:srgbClr val="553C32"/>
              </a:solidFill>
            </a:endParaRP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1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51" y="6516109"/>
            <a:ext cx="905378" cy="361421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1411" y="6569077"/>
            <a:ext cx="751195" cy="29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8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C6CEB-B6A5-4F63-98A4-206B0D340A09}" type="datetimeFigureOut">
              <a:rPr lang="es-PE" smtClean="0"/>
              <a:t>14/10/2026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92943-8F55-4FEC-AC06-9F777916E40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120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microsoft.com/office/2007/relationships/hdphoto" Target="../media/hdphoto1.wdp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jpeg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r="10530" b="21968"/>
          <a:stretch/>
        </p:blipFill>
        <p:spPr>
          <a:xfrm>
            <a:off x="10374425" y="5022720"/>
            <a:ext cx="1817575" cy="183527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84290" y="2549471"/>
            <a:ext cx="9902910" cy="1440160"/>
          </a:xfrm>
        </p:spPr>
        <p:txBody>
          <a:bodyPr/>
          <a:lstStyle/>
          <a:p>
            <a:pPr lvl="0"/>
            <a:r>
              <a:rPr lang="es-MX" altLang="ko-KR" sz="3200" dirty="0">
                <a:solidFill>
                  <a:schemeClr val="tx1"/>
                </a:solidFill>
                <a:ea typeface="맑은 고딕" pitchFamily="50" charset="-127"/>
              </a:rPr>
              <a:t>{{#F1}}</a:t>
            </a:r>
          </a:p>
          <a:p>
            <a:pPr lvl="0"/>
            <a:r>
              <a:rPr lang="es-MX" altLang="ko-KR" sz="3200" dirty="0">
                <a:solidFill>
                  <a:schemeClr val="tx1"/>
                </a:solidFill>
                <a:ea typeface="맑은 고딕" pitchFamily="50" charset="-127"/>
              </a:rPr>
              <a:t>{{#F2}}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067967" y="4143314"/>
            <a:ext cx="6965189" cy="672075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{{#F3}}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{{#F4}}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817575" y="2728329"/>
            <a:ext cx="201452" cy="2301664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  <p:pic>
        <p:nvPicPr>
          <p:cNvPr id="11" name="Picture 2" descr="Informacion - Portal Proveedo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029" b="94161" l="2710" r="97019">
                        <a14:foregroundMark x1="17615" y1="54745" x2="17615" y2="54745"/>
                        <a14:foregroundMark x1="37669" y1="51095" x2="37669" y2="51095"/>
                        <a14:foregroundMark x1="64499" y1="48905" x2="64499" y2="48905"/>
                        <a14:foregroundMark x1="82114" y1="48175" x2="82114" y2="48175"/>
                        <a14:foregroundMark x1="92141" y1="47445" x2="92141" y2="47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6138" y="382688"/>
            <a:ext cx="1319950" cy="49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Google Shape;94;p15"/>
          <p:cNvPicPr preferRelativeResize="0"/>
          <p:nvPr/>
        </p:nvPicPr>
        <p:blipFill rotWithShape="1">
          <a:blip r:embed="rId6">
            <a:alphaModFix/>
          </a:blip>
          <a:srcRect l="72911"/>
          <a:stretch/>
        </p:blipFill>
        <p:spPr>
          <a:xfrm>
            <a:off x="583603" y="5818342"/>
            <a:ext cx="1907945" cy="89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7"/>
          <a:srcRect l="23091" t="14509"/>
          <a:stretch/>
        </p:blipFill>
        <p:spPr>
          <a:xfrm>
            <a:off x="0" y="-2824"/>
            <a:ext cx="2351589" cy="230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37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83F9D7D-8B7D-49DF-AA94-0A9A8D671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07F116-8EC0-4822-9067-186AC8C96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38596" y="1327668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49F1A7E4-819D-4D21-8E8B-32671A9F9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274246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D80A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7B429A-CDBB-44C8-AFE0-D3012CE18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2219325"/>
            <a:ext cx="4722124" cy="2271873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s-MX" sz="3600" b="1" dirty="0">
                <a:solidFill>
                  <a:srgbClr val="080808"/>
                </a:solidFill>
              </a:rPr>
              <a:t>{{#F5}}</a:t>
            </a:r>
            <a:endParaRPr lang="es-PE" sz="3600" b="1" dirty="0">
              <a:solidFill>
                <a:srgbClr val="080808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8A8D9F-1F08-4969-845A-B466B0C8C1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pPr algn="ctr"/>
            <a:r>
              <a:rPr lang="es-MX" sz="2000" dirty="0">
                <a:solidFill>
                  <a:srgbClr val="080808"/>
                </a:solidFill>
              </a:rPr>
              <a:t>{{#F7}}</a:t>
            </a: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6D6E3EFD-925A-40CD-8E14-FDD4E6DDC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7170340" cy="5062213"/>
          </a:xfrm>
          <a:custGeom>
            <a:avLst/>
            <a:gdLst>
              <a:gd name="connsiteX0" fmla="*/ 7170340 w 7170340"/>
              <a:gd name="connsiteY0" fmla="*/ 0 h 5062213"/>
              <a:gd name="connsiteX1" fmla="*/ 7170340 w 7170340"/>
              <a:gd name="connsiteY1" fmla="*/ 2954084 h 5062213"/>
              <a:gd name="connsiteX2" fmla="*/ 5062211 w 7170340"/>
              <a:gd name="connsiteY2" fmla="*/ 5062213 h 5062213"/>
              <a:gd name="connsiteX3" fmla="*/ 0 w 7170340"/>
              <a:gd name="connsiteY3" fmla="*/ 2 h 506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0340" h="5062213">
                <a:moveTo>
                  <a:pt x="7170340" y="0"/>
                </a:moveTo>
                <a:lnTo>
                  <a:pt x="7170340" y="2954084"/>
                </a:lnTo>
                <a:lnTo>
                  <a:pt x="5062211" y="5062213"/>
                </a:ln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43">
            <a:extLst>
              <a:ext uri="{FF2B5EF4-FFF2-40B4-BE49-F238E27FC236}">
                <a16:creationId xmlns:a16="http://schemas.microsoft.com/office/drawing/2014/main" id="{3A91C067-F707-44D1-A9C2-9913E6AD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11832" y="4010957"/>
            <a:ext cx="870888" cy="87088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ctangle 45">
            <a:extLst>
              <a:ext uri="{FF2B5EF4-FFF2-40B4-BE49-F238E27FC236}">
                <a16:creationId xmlns:a16="http://schemas.microsoft.com/office/drawing/2014/main" id="{52329D9A-3D48-4B69-939D-2A480F14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61203" y="5394406"/>
            <a:ext cx="856138" cy="85613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47">
            <a:extLst>
              <a:ext uri="{FF2B5EF4-FFF2-40B4-BE49-F238E27FC236}">
                <a16:creationId xmlns:a16="http://schemas.microsoft.com/office/drawing/2014/main" id="{2D5CC4CB-7B78-480A-A0AE-A8A35C08E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314455" y="5398229"/>
            <a:ext cx="381459" cy="38145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49">
            <a:extLst>
              <a:ext uri="{FF2B5EF4-FFF2-40B4-BE49-F238E27FC236}">
                <a16:creationId xmlns:a16="http://schemas.microsoft.com/office/drawing/2014/main" id="{DC580C66-5435-4F00-873E-679D3D504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75779" y="5848285"/>
            <a:ext cx="714978" cy="71497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Isosceles Triangle 51">
            <a:extLst>
              <a:ext uri="{FF2B5EF4-FFF2-40B4-BE49-F238E27FC236}">
                <a16:creationId xmlns:a16="http://schemas.microsoft.com/office/drawing/2014/main" id="{B4AFD177-1A38-4FAE-87D4-840AE22C8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2600" y="5474491"/>
            <a:ext cx="2767017" cy="1383509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720763" y="146660"/>
            <a:ext cx="4191451" cy="311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49929C20-62BC-C54C-53F2-F76A08073B20}"/>
              </a:ext>
            </a:extLst>
          </p:cNvPr>
          <p:cNvSpPr txBox="1">
            <a:spLocks/>
          </p:cNvSpPr>
          <p:nvPr/>
        </p:nvSpPr>
        <p:spPr>
          <a:xfrm>
            <a:off x="7570462" y="3974538"/>
            <a:ext cx="2816896" cy="40564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2000" b="1" dirty="0">
                <a:solidFill>
                  <a:srgbClr val="080808"/>
                </a:solidFill>
              </a:rPr>
              <a:t>{{#F6}}</a:t>
            </a:r>
            <a:endParaRPr lang="es-PE" sz="2000" b="1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31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016FC519-6804-678D-5ACD-9C4ECA4FE270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1" u="none" strike="noStrike" kern="1200" cap="none" spc="0" normalizeH="0" baseline="0" noProof="0" dirty="0">
                <a:ln>
                  <a:noFill/>
                </a:ln>
                <a:solidFill>
                  <a:srgbClr val="6F3B55"/>
                </a:solidFill>
                <a:effectLst/>
                <a:uLnTx/>
                <a:uFillTx/>
                <a:latin typeface="Candara"/>
                <a:ea typeface="Candara"/>
                <a:cs typeface="Candara"/>
                <a:sym typeface="Candara"/>
              </a:rPr>
              <a:t>{{#F28}}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E6CF1DD-167F-6C1F-9D1D-66E9192DE875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B332525-0A8E-B28E-A5DE-F983677451A2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upo 77">
            <a:extLst>
              <a:ext uri="{FF2B5EF4-FFF2-40B4-BE49-F238E27FC236}">
                <a16:creationId xmlns:a16="http://schemas.microsoft.com/office/drawing/2014/main" id="{C44B091D-2563-574B-8CE5-507262E7BADC}"/>
              </a:ext>
            </a:extLst>
          </p:cNvPr>
          <p:cNvGrpSpPr/>
          <p:nvPr/>
        </p:nvGrpSpPr>
        <p:grpSpPr>
          <a:xfrm>
            <a:off x="4101423" y="852898"/>
            <a:ext cx="3592867" cy="1958910"/>
            <a:chOff x="728209" y="872701"/>
            <a:chExt cx="3592867" cy="1958910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538CC7A-FADF-045B-DF3B-3CB45E5070FD}"/>
                </a:ext>
              </a:extLst>
            </p:cNvPr>
            <p:cNvSpPr txBox="1"/>
            <p:nvPr/>
          </p:nvSpPr>
          <p:spPr>
            <a:xfrm>
              <a:off x="784355" y="872701"/>
              <a:ext cx="353672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{{#F29}}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65B8BD84-B62A-BE5E-5A82-0BAB478495FC}"/>
                </a:ext>
              </a:extLst>
            </p:cNvPr>
            <p:cNvSpPr txBox="1"/>
            <p:nvPr/>
          </p:nvSpPr>
          <p:spPr>
            <a:xfrm>
              <a:off x="728209" y="1584787"/>
              <a:ext cx="192943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5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{{#F30}}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DCBDC94E-95D9-5A06-5345-3A69548B55BD}"/>
                </a:ext>
              </a:extLst>
            </p:cNvPr>
            <p:cNvSpPr txBox="1"/>
            <p:nvPr/>
          </p:nvSpPr>
          <p:spPr>
            <a:xfrm>
              <a:off x="2800426" y="1508254"/>
              <a:ext cx="13163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{{#F31}}</a:t>
              </a:r>
              <a:endParaRPr kumimoji="0" lang="es-PE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C6F91FCB-426F-BAFF-451B-CD68DD2B6044}"/>
                </a:ext>
              </a:extLst>
            </p:cNvPr>
            <p:cNvSpPr/>
            <p:nvPr/>
          </p:nvSpPr>
          <p:spPr>
            <a:xfrm>
              <a:off x="784355" y="1546064"/>
              <a:ext cx="1811357" cy="128554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A40B141C-9F51-E382-3727-23EC7AC6FC7B}"/>
                </a:ext>
              </a:extLst>
            </p:cNvPr>
            <p:cNvSpPr/>
            <p:nvPr/>
          </p:nvSpPr>
          <p:spPr>
            <a:xfrm>
              <a:off x="2669946" y="1534360"/>
              <a:ext cx="1651130" cy="1271354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6" name="Grupo 75">
            <a:extLst>
              <a:ext uri="{FF2B5EF4-FFF2-40B4-BE49-F238E27FC236}">
                <a16:creationId xmlns:a16="http://schemas.microsoft.com/office/drawing/2014/main" id="{9969BD83-E73C-64D2-C97F-FB05C0010C7A}"/>
              </a:ext>
            </a:extLst>
          </p:cNvPr>
          <p:cNvGrpSpPr/>
          <p:nvPr/>
        </p:nvGrpSpPr>
        <p:grpSpPr>
          <a:xfrm>
            <a:off x="380854" y="3633836"/>
            <a:ext cx="3947982" cy="1957701"/>
            <a:chOff x="7073829" y="735987"/>
            <a:chExt cx="3947982" cy="1957701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607EC88C-9071-D5ED-025B-29E1B0E0DD30}"/>
                </a:ext>
              </a:extLst>
            </p:cNvPr>
            <p:cNvSpPr txBox="1"/>
            <p:nvPr/>
          </p:nvSpPr>
          <p:spPr>
            <a:xfrm>
              <a:off x="7120901" y="735987"/>
              <a:ext cx="390091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{{#F32}}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8E18CFB3-46C2-8395-FCBB-EA3F06A101EB}"/>
                </a:ext>
              </a:extLst>
            </p:cNvPr>
            <p:cNvSpPr/>
            <p:nvPr/>
          </p:nvSpPr>
          <p:spPr>
            <a:xfrm>
              <a:off x="7120901" y="1328259"/>
              <a:ext cx="1944406" cy="135024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86866FA4-804D-9A48-5230-99C58B779CCD}"/>
                </a:ext>
              </a:extLst>
            </p:cNvPr>
            <p:cNvSpPr txBox="1"/>
            <p:nvPr/>
          </p:nvSpPr>
          <p:spPr>
            <a:xfrm>
              <a:off x="7073829" y="1341210"/>
              <a:ext cx="20424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{{#F33}}</a:t>
              </a:r>
            </a:p>
          </p:txBody>
        </p:sp>
        <p:sp>
          <p:nvSpPr>
            <p:cNvPr id="30" name="Rectángulo: esquinas redondeadas 29">
              <a:extLst>
                <a:ext uri="{FF2B5EF4-FFF2-40B4-BE49-F238E27FC236}">
                  <a16:creationId xmlns:a16="http://schemas.microsoft.com/office/drawing/2014/main" id="{202090CA-9BC5-18DF-B6F0-8578FDD4939D}"/>
                </a:ext>
              </a:extLst>
            </p:cNvPr>
            <p:cNvSpPr/>
            <p:nvPr/>
          </p:nvSpPr>
          <p:spPr>
            <a:xfrm>
              <a:off x="9172062" y="1325538"/>
              <a:ext cx="1818142" cy="1368150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4DF83E4-7DE3-8BAF-421F-ACE2A35E9CD0}"/>
                </a:ext>
              </a:extLst>
            </p:cNvPr>
            <p:cNvSpPr txBox="1"/>
            <p:nvPr/>
          </p:nvSpPr>
          <p:spPr>
            <a:xfrm>
              <a:off x="9453500" y="1292164"/>
              <a:ext cx="13163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{{#F34}}</a:t>
              </a:r>
              <a:endParaRPr kumimoji="0" lang="es-PE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51E16BA9-0F2B-7CA7-7A30-0E3E57A87FDC}"/>
              </a:ext>
            </a:extLst>
          </p:cNvPr>
          <p:cNvGrpSpPr/>
          <p:nvPr/>
        </p:nvGrpSpPr>
        <p:grpSpPr>
          <a:xfrm>
            <a:off x="4610274" y="3586942"/>
            <a:ext cx="3900911" cy="1944806"/>
            <a:chOff x="710737" y="3251341"/>
            <a:chExt cx="3966571" cy="1944806"/>
          </a:xfrm>
        </p:grpSpPr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453E583A-9E44-C7C4-94B4-EB8FE6D6BC7B}"/>
                </a:ext>
              </a:extLst>
            </p:cNvPr>
            <p:cNvSpPr txBox="1"/>
            <p:nvPr/>
          </p:nvSpPr>
          <p:spPr>
            <a:xfrm>
              <a:off x="759105" y="3251341"/>
              <a:ext cx="3918203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{{#F35}}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FCC29B0A-6E2B-50BA-3690-8A55242FA972}"/>
                </a:ext>
              </a:extLst>
            </p:cNvPr>
            <p:cNvSpPr/>
            <p:nvPr/>
          </p:nvSpPr>
          <p:spPr>
            <a:xfrm>
              <a:off x="759105" y="3820495"/>
              <a:ext cx="1954976" cy="137565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DB0677B6-5CC3-62F3-4614-23636BA5866B}"/>
                </a:ext>
              </a:extLst>
            </p:cNvPr>
            <p:cNvSpPr/>
            <p:nvPr/>
          </p:nvSpPr>
          <p:spPr>
            <a:xfrm>
              <a:off x="2817353" y="3820495"/>
              <a:ext cx="1859955" cy="1375652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CuadroTexto 47">
              <a:extLst>
                <a:ext uri="{FF2B5EF4-FFF2-40B4-BE49-F238E27FC236}">
                  <a16:creationId xmlns:a16="http://schemas.microsoft.com/office/drawing/2014/main" id="{7D2D5787-5C3F-20C4-73CE-BEDBEA2302F4}"/>
                </a:ext>
              </a:extLst>
            </p:cNvPr>
            <p:cNvSpPr txBox="1"/>
            <p:nvPr/>
          </p:nvSpPr>
          <p:spPr>
            <a:xfrm>
              <a:off x="710737" y="3851739"/>
              <a:ext cx="20424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{{#F36}}</a:t>
              </a: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34C3106B-9681-F253-12AE-DDD91D504593}"/>
                </a:ext>
              </a:extLst>
            </p:cNvPr>
            <p:cNvSpPr txBox="1"/>
            <p:nvPr/>
          </p:nvSpPr>
          <p:spPr>
            <a:xfrm>
              <a:off x="3050159" y="3820961"/>
              <a:ext cx="13163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{{#F37}}</a:t>
              </a:r>
              <a:endParaRPr kumimoji="0" lang="es-PE" sz="18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06CBC458-0857-212C-519D-D189AAC952F7}"/>
              </a:ext>
            </a:extLst>
          </p:cNvPr>
          <p:cNvGrpSpPr/>
          <p:nvPr/>
        </p:nvGrpSpPr>
        <p:grpSpPr>
          <a:xfrm>
            <a:off x="7833698" y="837214"/>
            <a:ext cx="4186225" cy="2075892"/>
            <a:chOff x="6853362" y="3466908"/>
            <a:chExt cx="4740824" cy="2075892"/>
          </a:xfrm>
        </p:grpSpPr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6E22DFC8-DAFA-15CD-6C93-E223279B3F00}"/>
                </a:ext>
              </a:extLst>
            </p:cNvPr>
            <p:cNvGrpSpPr/>
            <p:nvPr/>
          </p:nvGrpSpPr>
          <p:grpSpPr>
            <a:xfrm>
              <a:off x="6983671" y="4194810"/>
              <a:ext cx="2188783" cy="1323992"/>
              <a:chOff x="6983671" y="4194810"/>
              <a:chExt cx="2188783" cy="1323992"/>
            </a:xfrm>
          </p:grpSpPr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52DE538-584D-BE82-5082-B7B41C49B9B7}"/>
                  </a:ext>
                </a:extLst>
              </p:cNvPr>
              <p:cNvGrpSpPr/>
              <p:nvPr/>
            </p:nvGrpSpPr>
            <p:grpSpPr>
              <a:xfrm>
                <a:off x="7131635" y="4400215"/>
                <a:ext cx="1828007" cy="1118587"/>
                <a:chOff x="6914301" y="4374036"/>
                <a:chExt cx="1828007" cy="1118587"/>
              </a:xfrm>
            </p:grpSpPr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5D50D259-FD9B-FBC3-C6EE-98F10D4D0B68}"/>
                    </a:ext>
                  </a:extLst>
                </p:cNvPr>
                <p:cNvSpPr txBox="1"/>
                <p:nvPr/>
              </p:nvSpPr>
              <p:spPr>
                <a:xfrm>
                  <a:off x="7100199" y="4374036"/>
                  <a:ext cx="15161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PE"/>
                  </a:defPPr>
                  <a:lvl1pPr>
                    <a:defRPr sz="4000">
                      <a:solidFill>
                        <a:srgbClr val="48BC65"/>
                      </a:solidFill>
                      <a:latin typeface="Century Gothic" panose="020B0502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ES" sz="3600" dirty="0">
                      <a:solidFill>
                        <a:srgbClr val="FF0000"/>
                      </a:solidFill>
                    </a:rPr>
                    <a:t>{{#F8}}</a:t>
                  </a:r>
                  <a:endParaRPr kumimoji="0" lang="es-PE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D1268312-94C9-382B-B3F0-C9DA135DDF37}"/>
                    </a:ext>
                  </a:extLst>
                </p:cNvPr>
                <p:cNvSpPr txBox="1"/>
                <p:nvPr/>
              </p:nvSpPr>
              <p:spPr>
                <a:xfrm>
                  <a:off x="6914301" y="4860433"/>
                  <a:ext cx="18280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7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{{#F38}}</a:t>
                  </a:r>
                </a:p>
              </p:txBody>
            </p:sp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9C81AFBE-9031-B5BB-E9BC-5D7AE3C171AF}"/>
                    </a:ext>
                  </a:extLst>
                </p:cNvPr>
                <p:cNvSpPr txBox="1"/>
                <p:nvPr/>
              </p:nvSpPr>
              <p:spPr>
                <a:xfrm>
                  <a:off x="7353061" y="5123291"/>
                  <a:ext cx="11004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{{#F9}}</a:t>
                  </a:r>
                </a:p>
              </p:txBody>
            </p:sp>
          </p:grpSp>
          <p:sp>
            <p:nvSpPr>
              <p:cNvPr id="61" name="Rectángulo: esquinas redondeadas 60">
                <a:extLst>
                  <a:ext uri="{FF2B5EF4-FFF2-40B4-BE49-F238E27FC236}">
                    <a16:creationId xmlns:a16="http://schemas.microsoft.com/office/drawing/2014/main" id="{A420E75A-B003-6C66-3659-C549C1548176}"/>
                  </a:ext>
                </a:extLst>
              </p:cNvPr>
              <p:cNvSpPr/>
              <p:nvPr/>
            </p:nvSpPr>
            <p:spPr>
              <a:xfrm>
                <a:off x="6983671" y="4194810"/>
                <a:ext cx="2107617" cy="131871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D3A81DE1-A853-CD91-C48D-E4D1FC879EBC}"/>
                  </a:ext>
                </a:extLst>
              </p:cNvPr>
              <p:cNvSpPr txBox="1"/>
              <p:nvPr/>
            </p:nvSpPr>
            <p:spPr>
              <a:xfrm>
                <a:off x="6987399" y="4225613"/>
                <a:ext cx="2185055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5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{{#F39}}</a:t>
                </a:r>
              </a:p>
            </p:txBody>
          </p:sp>
        </p:grp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B10D59E3-D094-CAE3-045E-FC2BCE57F390}"/>
                </a:ext>
              </a:extLst>
            </p:cNvPr>
            <p:cNvGrpSpPr/>
            <p:nvPr/>
          </p:nvGrpSpPr>
          <p:grpSpPr>
            <a:xfrm>
              <a:off x="9235662" y="4197020"/>
              <a:ext cx="2107617" cy="1345780"/>
              <a:chOff x="6931138" y="4197020"/>
              <a:chExt cx="2107617" cy="1345780"/>
            </a:xfrm>
          </p:grpSpPr>
          <p:grpSp>
            <p:nvGrpSpPr>
              <p:cNvPr id="66" name="Grupo 65">
                <a:extLst>
                  <a:ext uri="{FF2B5EF4-FFF2-40B4-BE49-F238E27FC236}">
                    <a16:creationId xmlns:a16="http://schemas.microsoft.com/office/drawing/2014/main" id="{41D93570-7F58-1BAD-8454-B6737F7605FC}"/>
                  </a:ext>
                </a:extLst>
              </p:cNvPr>
              <p:cNvGrpSpPr/>
              <p:nvPr/>
            </p:nvGrpSpPr>
            <p:grpSpPr>
              <a:xfrm>
                <a:off x="7003426" y="4409086"/>
                <a:ext cx="1828007" cy="1105794"/>
                <a:chOff x="6786092" y="4382907"/>
                <a:chExt cx="1828007" cy="1105794"/>
              </a:xfrm>
            </p:grpSpPr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7004AC65-50F1-DD4C-A4AE-067B60FB39E2}"/>
                    </a:ext>
                  </a:extLst>
                </p:cNvPr>
                <p:cNvSpPr txBox="1"/>
                <p:nvPr/>
              </p:nvSpPr>
              <p:spPr>
                <a:xfrm>
                  <a:off x="6970470" y="4382907"/>
                  <a:ext cx="15161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PE" sz="3600" dirty="0">
                      <a:solidFill>
                        <a:srgbClr val="FF0000"/>
                      </a:solidFill>
                      <a:latin typeface="Century Gothic" panose="020B0502020202020204" pitchFamily="34" charset="0"/>
                    </a:rPr>
                    <a:t>{{#F10}}</a:t>
                  </a:r>
                </a:p>
              </p:txBody>
            </p:sp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87FB7976-A797-A5FE-F109-882B57DE1C08}"/>
                    </a:ext>
                  </a:extLst>
                </p:cNvPr>
                <p:cNvSpPr txBox="1"/>
                <p:nvPr/>
              </p:nvSpPr>
              <p:spPr>
                <a:xfrm>
                  <a:off x="6786092" y="4867051"/>
                  <a:ext cx="182800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7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{{#F40}}</a:t>
                  </a:r>
                </a:p>
              </p:txBody>
            </p:sp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FF506048-DE37-423E-BB7C-F54AE7256273}"/>
                    </a:ext>
                  </a:extLst>
                </p:cNvPr>
                <p:cNvSpPr txBox="1"/>
                <p:nvPr/>
              </p:nvSpPr>
              <p:spPr>
                <a:xfrm>
                  <a:off x="7132373" y="5119369"/>
                  <a:ext cx="1247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{{#F11}}</a:t>
                  </a:r>
                </a:p>
              </p:txBody>
            </p:sp>
          </p:grpSp>
          <p:sp>
            <p:nvSpPr>
              <p:cNvPr id="67" name="Rectángulo: esquinas redondeadas 66">
                <a:extLst>
                  <a:ext uri="{FF2B5EF4-FFF2-40B4-BE49-F238E27FC236}">
                    <a16:creationId xmlns:a16="http://schemas.microsoft.com/office/drawing/2014/main" id="{F70164E7-FCFD-196A-4AA0-16F5549598F4}"/>
                  </a:ext>
                </a:extLst>
              </p:cNvPr>
              <p:cNvSpPr/>
              <p:nvPr/>
            </p:nvSpPr>
            <p:spPr>
              <a:xfrm>
                <a:off x="6931138" y="4224089"/>
                <a:ext cx="2107617" cy="1318711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C9D64771-34B6-34E2-4805-11FCF4E15262}"/>
                  </a:ext>
                </a:extLst>
              </p:cNvPr>
              <p:cNvSpPr txBox="1"/>
              <p:nvPr/>
            </p:nvSpPr>
            <p:spPr>
              <a:xfrm>
                <a:off x="7269073" y="4197020"/>
                <a:ext cx="135281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{{#F41}}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DFED4C16-A7E4-FBF1-E4A5-3B941954AB9C}"/>
                </a:ext>
              </a:extLst>
            </p:cNvPr>
            <p:cNvSpPr txBox="1"/>
            <p:nvPr/>
          </p:nvSpPr>
          <p:spPr>
            <a:xfrm>
              <a:off x="6853362" y="3466908"/>
              <a:ext cx="474082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{{#F42}}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B4DC2F17-435D-19D9-01C7-000CEBDD9C63}"/>
              </a:ext>
            </a:extLst>
          </p:cNvPr>
          <p:cNvGrpSpPr/>
          <p:nvPr/>
        </p:nvGrpSpPr>
        <p:grpSpPr>
          <a:xfrm>
            <a:off x="326849" y="848907"/>
            <a:ext cx="3749434" cy="2102309"/>
            <a:chOff x="2202363" y="4726497"/>
            <a:chExt cx="3749434" cy="2102309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4FFB37C9-C986-6BDE-B8FB-0F0BFE53A3D6}"/>
                </a:ext>
              </a:extLst>
            </p:cNvPr>
            <p:cNvSpPr txBox="1"/>
            <p:nvPr/>
          </p:nvSpPr>
          <p:spPr>
            <a:xfrm>
              <a:off x="2277470" y="4726497"/>
              <a:ext cx="353672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{{#F43}}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CB6209D5-7F9F-DE8B-82AB-3364A189D4D1}"/>
                </a:ext>
              </a:extLst>
            </p:cNvPr>
            <p:cNvGrpSpPr/>
            <p:nvPr/>
          </p:nvGrpSpPr>
          <p:grpSpPr>
            <a:xfrm>
              <a:off x="2202363" y="5467883"/>
              <a:ext cx="1929439" cy="1338372"/>
              <a:chOff x="1818318" y="5493361"/>
              <a:chExt cx="1929439" cy="1338372"/>
            </a:xfrm>
          </p:grpSpPr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D5AEC848-A33B-8855-6B30-65AB9050CBBF}"/>
                  </a:ext>
                </a:extLst>
              </p:cNvPr>
              <p:cNvSpPr txBox="1"/>
              <p:nvPr/>
            </p:nvSpPr>
            <p:spPr>
              <a:xfrm>
                <a:off x="1873003" y="6240221"/>
                <a:ext cx="18179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{{#F44}}</a:t>
                </a:r>
              </a:p>
            </p:txBody>
          </p: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1879AC4C-103C-C10F-8458-B6D96D1F1AA2}"/>
                  </a:ext>
                </a:extLst>
              </p:cNvPr>
              <p:cNvSpPr txBox="1"/>
              <p:nvPr/>
            </p:nvSpPr>
            <p:spPr>
              <a:xfrm>
                <a:off x="2304129" y="6462401"/>
                <a:ext cx="9380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{{#F12}}</a:t>
                </a:r>
              </a:p>
            </p:txBody>
          </p:sp>
          <p:sp>
            <p:nvSpPr>
              <p:cNvPr id="16" name="Rectángulo: esquinas redondeadas 15">
                <a:extLst>
                  <a:ext uri="{FF2B5EF4-FFF2-40B4-BE49-F238E27FC236}">
                    <a16:creationId xmlns:a16="http://schemas.microsoft.com/office/drawing/2014/main" id="{ACA1492D-508B-49C5-AFB1-5AD85E1F4EB0}"/>
                  </a:ext>
                </a:extLst>
              </p:cNvPr>
              <p:cNvSpPr/>
              <p:nvPr/>
            </p:nvSpPr>
            <p:spPr>
              <a:xfrm>
                <a:off x="1872323" y="5493361"/>
                <a:ext cx="1830330" cy="130629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49A22E85-C9F1-C4B8-11D7-5CACC468EBCB}"/>
                  </a:ext>
                </a:extLst>
              </p:cNvPr>
              <p:cNvSpPr txBox="1"/>
              <p:nvPr/>
            </p:nvSpPr>
            <p:spPr>
              <a:xfrm>
                <a:off x="1818318" y="5548268"/>
                <a:ext cx="192943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5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{{#F45}}</a:t>
                </a:r>
              </a:p>
            </p:txBody>
          </p:sp>
        </p:grp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F22F4E97-9EA2-F1CD-753E-1BAEDED4FE2D}"/>
                </a:ext>
              </a:extLst>
            </p:cNvPr>
            <p:cNvGrpSpPr/>
            <p:nvPr/>
          </p:nvGrpSpPr>
          <p:grpSpPr>
            <a:xfrm>
              <a:off x="4140703" y="5451366"/>
              <a:ext cx="1811094" cy="1377440"/>
              <a:chOff x="4286795" y="5471839"/>
              <a:chExt cx="1811094" cy="1377440"/>
            </a:xfrm>
          </p:grpSpPr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FF82DBBB-0922-586D-54B3-836FF664F05A}"/>
                  </a:ext>
                </a:extLst>
              </p:cNvPr>
              <p:cNvSpPr/>
              <p:nvPr/>
            </p:nvSpPr>
            <p:spPr>
              <a:xfrm>
                <a:off x="4286795" y="5471839"/>
                <a:ext cx="1673487" cy="1339330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52C6AB3A-7E79-76B6-E8CE-C9B700D5C28E}"/>
                  </a:ext>
                </a:extLst>
              </p:cNvPr>
              <p:cNvSpPr txBox="1"/>
              <p:nvPr/>
            </p:nvSpPr>
            <p:spPr>
              <a:xfrm>
                <a:off x="4487263" y="5479666"/>
                <a:ext cx="16106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8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{{#F46}}</a:t>
                </a:r>
                <a:endParaRPr kumimoji="0" lang="es-PE" sz="18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D13B8145-4570-9969-3FBB-34FF05A6FC46}"/>
                  </a:ext>
                </a:extLst>
              </p:cNvPr>
              <p:cNvSpPr txBox="1"/>
              <p:nvPr/>
            </p:nvSpPr>
            <p:spPr>
              <a:xfrm>
                <a:off x="4299651" y="6221631"/>
                <a:ext cx="16670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7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{{#F47}}</a:t>
                </a:r>
              </a:p>
            </p:txBody>
          </p:sp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821CC196-585E-D84C-FB6E-563F1B643773}"/>
                  </a:ext>
                </a:extLst>
              </p:cNvPr>
              <p:cNvSpPr txBox="1"/>
              <p:nvPr/>
            </p:nvSpPr>
            <p:spPr>
              <a:xfrm>
                <a:off x="4299651" y="6479947"/>
                <a:ext cx="16511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{{#F13}}</a:t>
                </a:r>
              </a:p>
            </p:txBody>
          </p:sp>
        </p:grp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722D7650-75E5-E4F4-218F-DCC519E2E7BA}"/>
              </a:ext>
            </a:extLst>
          </p:cNvPr>
          <p:cNvSpPr txBox="1"/>
          <p:nvPr/>
        </p:nvSpPr>
        <p:spPr>
          <a:xfrm>
            <a:off x="497934" y="2911992"/>
            <a:ext cx="151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{{#F48}}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DF7AB86-420E-F96C-E5CB-E6C5E61BE870}"/>
              </a:ext>
            </a:extLst>
          </p:cNvPr>
          <p:cNvSpPr txBox="1"/>
          <p:nvPr/>
        </p:nvSpPr>
        <p:spPr>
          <a:xfrm>
            <a:off x="4319038" y="2790856"/>
            <a:ext cx="151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{{#F49}}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9C88BF7-B233-9DB5-63F2-322DEA8F427D}"/>
              </a:ext>
            </a:extLst>
          </p:cNvPr>
          <p:cNvSpPr txBox="1"/>
          <p:nvPr/>
        </p:nvSpPr>
        <p:spPr>
          <a:xfrm>
            <a:off x="8140142" y="2868314"/>
            <a:ext cx="151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{{#F50}}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63569D1-ECFD-10E9-045B-C284D9C91C90}"/>
              </a:ext>
            </a:extLst>
          </p:cNvPr>
          <p:cNvSpPr txBox="1"/>
          <p:nvPr/>
        </p:nvSpPr>
        <p:spPr>
          <a:xfrm>
            <a:off x="4841268" y="5551724"/>
            <a:ext cx="151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{{#F51}}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02589EF-960F-0D67-299C-948C5CE5B896}"/>
              </a:ext>
            </a:extLst>
          </p:cNvPr>
          <p:cNvSpPr txBox="1"/>
          <p:nvPr/>
        </p:nvSpPr>
        <p:spPr>
          <a:xfrm>
            <a:off x="590599" y="5551724"/>
            <a:ext cx="151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{{#F52}}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038DAEB-61E6-46F2-79BB-36F60179814C}"/>
              </a:ext>
            </a:extLst>
          </p:cNvPr>
          <p:cNvSpPr txBox="1"/>
          <p:nvPr/>
        </p:nvSpPr>
        <p:spPr>
          <a:xfrm>
            <a:off x="316072" y="5888736"/>
            <a:ext cx="11757193" cy="475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/>
              <a:t>{{#F53}}</a:t>
            </a:r>
          </a:p>
          <a:p>
            <a:endParaRPr lang="es-PE" sz="14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70EF31C-08FF-1564-C951-49DE498C594D}"/>
              </a:ext>
            </a:extLst>
          </p:cNvPr>
          <p:cNvSpPr/>
          <p:nvPr/>
        </p:nvSpPr>
        <p:spPr>
          <a:xfrm>
            <a:off x="427926" y="4521189"/>
            <a:ext cx="1938534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{{#F14}}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DE4C66C-8163-733A-BBDD-DB935A5535BE}"/>
              </a:ext>
            </a:extLst>
          </p:cNvPr>
          <p:cNvSpPr txBox="1"/>
          <p:nvPr/>
        </p:nvSpPr>
        <p:spPr>
          <a:xfrm>
            <a:off x="422054" y="4984911"/>
            <a:ext cx="1938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{{#F54}}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407CA66-2DEA-C301-3470-00C5F0174856}"/>
              </a:ext>
            </a:extLst>
          </p:cNvPr>
          <p:cNvSpPr txBox="1"/>
          <p:nvPr/>
        </p:nvSpPr>
        <p:spPr>
          <a:xfrm>
            <a:off x="437848" y="5247480"/>
            <a:ext cx="1944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{{#F15}}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17618EE4-81F6-1775-2836-DD0A84077DE2}"/>
              </a:ext>
            </a:extLst>
          </p:cNvPr>
          <p:cNvSpPr/>
          <p:nvPr/>
        </p:nvSpPr>
        <p:spPr>
          <a:xfrm>
            <a:off x="2487470" y="4517217"/>
            <a:ext cx="1818142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{{#F16}}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F54D5F37-2079-EBC0-3D04-C5A91B57A5F7}"/>
              </a:ext>
            </a:extLst>
          </p:cNvPr>
          <p:cNvSpPr txBox="1"/>
          <p:nvPr/>
        </p:nvSpPr>
        <p:spPr>
          <a:xfrm>
            <a:off x="2507008" y="4981772"/>
            <a:ext cx="1818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{{#F55}}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59389915-A531-F997-9B75-46212B84CEE8}"/>
              </a:ext>
            </a:extLst>
          </p:cNvPr>
          <p:cNvSpPr txBox="1"/>
          <p:nvPr/>
        </p:nvSpPr>
        <p:spPr>
          <a:xfrm>
            <a:off x="2469166" y="5232308"/>
            <a:ext cx="1818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{{#F17}}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3" name="Rectángulo 82">
            <a:extLst>
              <a:ext uri="{FF2B5EF4-FFF2-40B4-BE49-F238E27FC236}">
                <a16:creationId xmlns:a16="http://schemas.microsoft.com/office/drawing/2014/main" id="{78E01AC5-D9B8-0561-06D7-534D1AB7AA4B}"/>
              </a:ext>
            </a:extLst>
          </p:cNvPr>
          <p:cNvSpPr/>
          <p:nvPr/>
        </p:nvSpPr>
        <p:spPr>
          <a:xfrm>
            <a:off x="6683862" y="4511612"/>
            <a:ext cx="1937581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{{#F18}}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9612CF14-509D-0C3A-6E47-C0D62C8F5872}"/>
              </a:ext>
            </a:extLst>
          </p:cNvPr>
          <p:cNvSpPr txBox="1"/>
          <p:nvPr/>
        </p:nvSpPr>
        <p:spPr>
          <a:xfrm>
            <a:off x="6673592" y="4975533"/>
            <a:ext cx="1947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{{#F56}}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78C4C7C3-061C-80F5-4788-44894607291A}"/>
              </a:ext>
            </a:extLst>
          </p:cNvPr>
          <p:cNvSpPr txBox="1"/>
          <p:nvPr/>
        </p:nvSpPr>
        <p:spPr>
          <a:xfrm>
            <a:off x="6683513" y="5208366"/>
            <a:ext cx="1937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{{#F19}}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1" name="Rectángulo 90">
            <a:extLst>
              <a:ext uri="{FF2B5EF4-FFF2-40B4-BE49-F238E27FC236}">
                <a16:creationId xmlns:a16="http://schemas.microsoft.com/office/drawing/2014/main" id="{C121D667-87B8-BB84-7246-23835BD24C6C}"/>
              </a:ext>
            </a:extLst>
          </p:cNvPr>
          <p:cNvSpPr/>
          <p:nvPr/>
        </p:nvSpPr>
        <p:spPr>
          <a:xfrm>
            <a:off x="4691621" y="4516434"/>
            <a:ext cx="1937581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{{#F20}}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86C0A1A7-D17C-A466-6656-18134C763BC1}"/>
              </a:ext>
            </a:extLst>
          </p:cNvPr>
          <p:cNvSpPr txBox="1"/>
          <p:nvPr/>
        </p:nvSpPr>
        <p:spPr>
          <a:xfrm>
            <a:off x="4669562" y="4978202"/>
            <a:ext cx="1947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{{#F57}}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F37E4705-8BE1-2C9A-2274-4CC8BCA3E6A7}"/>
              </a:ext>
            </a:extLst>
          </p:cNvPr>
          <p:cNvSpPr txBox="1"/>
          <p:nvPr/>
        </p:nvSpPr>
        <p:spPr>
          <a:xfrm>
            <a:off x="4691620" y="5219344"/>
            <a:ext cx="1937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2">
                    <a:lumMod val="50000"/>
                  </a:schemeClr>
                </a:solidFill>
              </a:rPr>
              <a:t>{{#F21}}</a:t>
            </a:r>
            <a:endParaRPr lang="es-PE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9" name="Rectángulo 98">
            <a:extLst>
              <a:ext uri="{FF2B5EF4-FFF2-40B4-BE49-F238E27FC236}">
                <a16:creationId xmlns:a16="http://schemas.microsoft.com/office/drawing/2014/main" id="{61CB6A86-0492-2B2E-838A-27A6536EE9A3}"/>
              </a:ext>
            </a:extLst>
          </p:cNvPr>
          <p:cNvSpPr/>
          <p:nvPr/>
        </p:nvSpPr>
        <p:spPr>
          <a:xfrm>
            <a:off x="393631" y="1902464"/>
            <a:ext cx="1809621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{{#F22}}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A62AB97B-83BF-C091-6ACC-25406670D169}"/>
              </a:ext>
            </a:extLst>
          </p:cNvPr>
          <p:cNvSpPr/>
          <p:nvPr/>
        </p:nvSpPr>
        <p:spPr>
          <a:xfrm>
            <a:off x="4167683" y="1821817"/>
            <a:ext cx="1789145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{{#F23}}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EDA0AA37-99D3-640C-764C-F4411E0C22EE}"/>
              </a:ext>
            </a:extLst>
          </p:cNvPr>
          <p:cNvSpPr txBox="1"/>
          <p:nvPr/>
        </p:nvSpPr>
        <p:spPr>
          <a:xfrm>
            <a:off x="4130621" y="2238501"/>
            <a:ext cx="1838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{{#F58}}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C81F4A9F-D905-311F-5E46-1AB37626090F}"/>
              </a:ext>
            </a:extLst>
          </p:cNvPr>
          <p:cNvSpPr txBox="1"/>
          <p:nvPr/>
        </p:nvSpPr>
        <p:spPr>
          <a:xfrm>
            <a:off x="4157569" y="2469023"/>
            <a:ext cx="181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{{#F24}}</a:t>
            </a:r>
          </a:p>
        </p:txBody>
      </p:sp>
      <p:sp>
        <p:nvSpPr>
          <p:cNvPr id="107" name="Rectángulo 106">
            <a:extLst>
              <a:ext uri="{FF2B5EF4-FFF2-40B4-BE49-F238E27FC236}">
                <a16:creationId xmlns:a16="http://schemas.microsoft.com/office/drawing/2014/main" id="{B2BE3A4D-A05C-802D-7B63-9D8C05D283CA}"/>
              </a:ext>
            </a:extLst>
          </p:cNvPr>
          <p:cNvSpPr/>
          <p:nvPr/>
        </p:nvSpPr>
        <p:spPr>
          <a:xfrm>
            <a:off x="6039812" y="1817497"/>
            <a:ext cx="1649965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{{#F25}}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109" name="CuadroTexto 108">
            <a:extLst>
              <a:ext uri="{FF2B5EF4-FFF2-40B4-BE49-F238E27FC236}">
                <a16:creationId xmlns:a16="http://schemas.microsoft.com/office/drawing/2014/main" id="{520FFDE5-352A-FA32-829A-AA3C3FBC134C}"/>
              </a:ext>
            </a:extLst>
          </p:cNvPr>
          <p:cNvSpPr txBox="1"/>
          <p:nvPr/>
        </p:nvSpPr>
        <p:spPr>
          <a:xfrm>
            <a:off x="6002068" y="2188393"/>
            <a:ext cx="172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{{#F59}}</a:t>
            </a:r>
          </a:p>
        </p:txBody>
      </p: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A96E8DC8-1EAC-8491-9930-C00B2AB2078C}"/>
              </a:ext>
            </a:extLst>
          </p:cNvPr>
          <p:cNvSpPr txBox="1"/>
          <p:nvPr/>
        </p:nvSpPr>
        <p:spPr>
          <a:xfrm>
            <a:off x="5998025" y="2453308"/>
            <a:ext cx="181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{{#F26}}</a:t>
            </a:r>
          </a:p>
        </p:txBody>
      </p:sp>
      <p:sp>
        <p:nvSpPr>
          <p:cNvPr id="115" name="Rectángulo 114">
            <a:extLst>
              <a:ext uri="{FF2B5EF4-FFF2-40B4-BE49-F238E27FC236}">
                <a16:creationId xmlns:a16="http://schemas.microsoft.com/office/drawing/2014/main" id="{463F34C2-3181-6342-D128-2348DF3167E2}"/>
              </a:ext>
            </a:extLst>
          </p:cNvPr>
          <p:cNvSpPr/>
          <p:nvPr/>
        </p:nvSpPr>
        <p:spPr>
          <a:xfrm>
            <a:off x="2273715" y="1897481"/>
            <a:ext cx="1677260" cy="5772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>
                <a:solidFill>
                  <a:srgbClr val="FF0000"/>
                </a:solidFill>
                <a:latin typeface="Aptos Light" panose="020B0004020202020204" pitchFamily="34" charset="0"/>
              </a:rPr>
              <a:t>{{#F27}}</a:t>
            </a:r>
            <a:endParaRPr lang="es-PE" dirty="0">
              <a:solidFill>
                <a:srgbClr val="FF0000"/>
              </a:solidFill>
              <a:latin typeface="Aptos Light" panose="020B0004020202020204" pitchFamily="34" charset="0"/>
            </a:endParaRPr>
          </a:p>
        </p:txBody>
      </p:sp>
      <p:sp>
        <p:nvSpPr>
          <p:cNvPr id="703" name="Imagen 1"/>
          <p:cNvSpPr/>
          <p:nvPr/>
        </p:nvSpPr>
        <p:spPr>
          <a:xfrm>
            <a:off x="8689086" y="3482766"/>
            <a:ext cx="3134197" cy="2219614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5875">
            <a:solidFill>
              <a:srgbClr val="A6A6A6"/>
            </a:solidFill>
            <a:prstDash val="dash"/>
          </a:ln>
        </p:spPr>
        <p:txBody>
          <a:bodyPr anchor="ctr"/>
          <a:lstStyle/>
          <a:p>
            <a:pPr algn="ctr"/>
            <a:r>
              <a:rPr lang="es-PE" sz="1600">
                <a:solidFill>
                  <a:srgbClr val="A6A6A6"/>
                </a:solidFill>
                <a:latin typeface="Arial"/>
              </a:rPr>
              <a:t>Imagen 1</a:t>
            </a:r>
          </a:p>
        </p:txBody>
      </p:sp>
    </p:spTree>
    <p:extLst>
      <p:ext uri="{BB962C8B-B14F-4D97-AF65-F5344CB8AC3E}">
        <p14:creationId xmlns:p14="http://schemas.microsoft.com/office/powerpoint/2010/main" val="392674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A44A8-C0C2-4894-D933-065CB55A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863D4870-F4AC-A1DF-D1A2-A6BDED172956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b="1" i="1" dirty="0">
                <a:solidFill>
                  <a:srgbClr val="12781C"/>
                </a:solidFill>
                <a:latin typeface="Candara"/>
                <a:ea typeface="Candara"/>
                <a:cs typeface="Candara"/>
                <a:sym typeface="Candara"/>
              </a:rPr>
              <a:t>{{#F72}}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278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E1DCE08-E226-AC1A-74B3-9E8BB7F911F6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8D461A2-8DEF-5E72-A3CD-785B7B4D16D2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upo 83">
            <a:extLst>
              <a:ext uri="{FF2B5EF4-FFF2-40B4-BE49-F238E27FC236}">
                <a16:creationId xmlns:a16="http://schemas.microsoft.com/office/drawing/2014/main" id="{E5AE01CC-C65C-0DD3-3BAE-9B4AB507E55C}"/>
              </a:ext>
            </a:extLst>
          </p:cNvPr>
          <p:cNvGrpSpPr/>
          <p:nvPr/>
        </p:nvGrpSpPr>
        <p:grpSpPr>
          <a:xfrm>
            <a:off x="167760" y="1118568"/>
            <a:ext cx="11874960" cy="1998869"/>
            <a:chOff x="1370069" y="477937"/>
            <a:chExt cx="11955655" cy="1998869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0361AE7F-21B3-040B-4FD9-B4AABF6244FF}"/>
                </a:ext>
              </a:extLst>
            </p:cNvPr>
            <p:cNvGrpSpPr/>
            <p:nvPr/>
          </p:nvGrpSpPr>
          <p:grpSpPr>
            <a:xfrm>
              <a:off x="2013240" y="1301773"/>
              <a:ext cx="2177115" cy="1117899"/>
              <a:chOff x="7866412" y="3706414"/>
              <a:chExt cx="2177115" cy="1508760"/>
            </a:xfrm>
          </p:grpSpPr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4FD9F175-C142-0612-13E5-32DE3539D36B}"/>
                  </a:ext>
                </a:extLst>
              </p:cNvPr>
              <p:cNvGrpSpPr/>
              <p:nvPr/>
            </p:nvGrpSpPr>
            <p:grpSpPr>
              <a:xfrm>
                <a:off x="7866412" y="4041702"/>
                <a:ext cx="2080798" cy="1011549"/>
                <a:chOff x="7649078" y="4015523"/>
                <a:chExt cx="2080798" cy="1011549"/>
              </a:xfrm>
            </p:grpSpPr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5F01637E-702A-48BB-0216-5D843C12959E}"/>
                    </a:ext>
                  </a:extLst>
                </p:cNvPr>
                <p:cNvSpPr txBox="1"/>
                <p:nvPr/>
              </p:nvSpPr>
              <p:spPr>
                <a:xfrm>
                  <a:off x="7649078" y="4015523"/>
                  <a:ext cx="2080798" cy="8723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s-PE"/>
                  </a:defPPr>
                  <a:lvl1pPr>
                    <a:defRPr sz="4000">
                      <a:solidFill>
                        <a:srgbClr val="48BC65"/>
                      </a:solidFill>
                      <a:latin typeface="Century Gothic" panose="020B0502020202020204" pitchFamily="34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MX" sz="3600" dirty="0">
                      <a:solidFill>
                        <a:srgbClr val="002060"/>
                      </a:solidFill>
                    </a:rPr>
                    <a:t>{{#F60}}</a:t>
                  </a:r>
                  <a:endParaRPr kumimoji="0" lang="es-PE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54DAEE99-B462-CB14-1C17-CBE7A32CED11}"/>
                    </a:ext>
                  </a:extLst>
                </p:cNvPr>
                <p:cNvSpPr txBox="1"/>
                <p:nvPr/>
              </p:nvSpPr>
              <p:spPr>
                <a:xfrm>
                  <a:off x="8529729" y="4657740"/>
                  <a:ext cx="5838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{{#F73}}</a:t>
                  </a:r>
                </a:p>
              </p:txBody>
            </p:sp>
          </p:grpSp>
          <p:sp>
            <p:nvSpPr>
              <p:cNvPr id="25" name="Rectángulo: esquinas redondeadas 24">
                <a:extLst>
                  <a:ext uri="{FF2B5EF4-FFF2-40B4-BE49-F238E27FC236}">
                    <a16:creationId xmlns:a16="http://schemas.microsoft.com/office/drawing/2014/main" id="{1AB11140-FFB9-7DAE-CFA3-5307E2B06BC9}"/>
                  </a:ext>
                </a:extLst>
              </p:cNvPr>
              <p:cNvSpPr/>
              <p:nvPr/>
            </p:nvSpPr>
            <p:spPr>
              <a:xfrm>
                <a:off x="8053778" y="3706414"/>
                <a:ext cx="1989749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795C191B-C301-8DE7-C6C7-0B3E6AAFF6C8}"/>
                  </a:ext>
                </a:extLst>
              </p:cNvPr>
              <p:cNvSpPr txBox="1"/>
              <p:nvPr/>
            </p:nvSpPr>
            <p:spPr>
              <a:xfrm>
                <a:off x="8430475" y="3765926"/>
                <a:ext cx="14396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{{#F74}}</a:t>
                </a: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B8C289B-2299-FB1F-EEA6-C571BDE85573}"/>
                </a:ext>
              </a:extLst>
            </p:cNvPr>
            <p:cNvGrpSpPr/>
            <p:nvPr/>
          </p:nvGrpSpPr>
          <p:grpSpPr>
            <a:xfrm>
              <a:off x="4592188" y="1328797"/>
              <a:ext cx="2055007" cy="1134614"/>
              <a:chOff x="8140836" y="3751417"/>
              <a:chExt cx="2055007" cy="1508760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347605F4-096B-4FCB-65F8-6835D2659904}"/>
                  </a:ext>
                </a:extLst>
              </p:cNvPr>
              <p:cNvGrpSpPr/>
              <p:nvPr/>
            </p:nvGrpSpPr>
            <p:grpSpPr>
              <a:xfrm>
                <a:off x="8248300" y="4098658"/>
                <a:ext cx="1838550" cy="1025222"/>
                <a:chOff x="8030966" y="4072479"/>
                <a:chExt cx="1838550" cy="1025222"/>
              </a:xfrm>
            </p:grpSpPr>
            <p:sp>
              <p:nvSpPr>
                <p:cNvPr id="20" name="CuadroTexto 19">
                  <a:extLst>
                    <a:ext uri="{FF2B5EF4-FFF2-40B4-BE49-F238E27FC236}">
                      <a16:creationId xmlns:a16="http://schemas.microsoft.com/office/drawing/2014/main" id="{1F5F5B08-C8AA-87D5-86DF-DB93E40C138C}"/>
                    </a:ext>
                  </a:extLst>
                </p:cNvPr>
                <p:cNvSpPr txBox="1"/>
                <p:nvPr/>
              </p:nvSpPr>
              <p:spPr>
                <a:xfrm>
                  <a:off x="8030966" y="4072479"/>
                  <a:ext cx="1838550" cy="9413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PE" sz="4000" dirty="0">
                      <a:solidFill>
                        <a:srgbClr val="48BC65"/>
                      </a:solidFill>
                      <a:latin typeface="Century Gothic" panose="020B0502020202020204" pitchFamily="34" charset="0"/>
                    </a:rPr>
                    <a:t>{{#F61}}</a:t>
                  </a:r>
                  <a:endParaRPr kumimoji="0" lang="es-PE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BC65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2D93BAA5-8EBB-128B-AFFB-F0933744147D}"/>
                    </a:ext>
                  </a:extLst>
                </p:cNvPr>
                <p:cNvSpPr txBox="1"/>
                <p:nvPr/>
              </p:nvSpPr>
              <p:spPr>
                <a:xfrm>
                  <a:off x="8620045" y="4728369"/>
                  <a:ext cx="5838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{{#F75}}</a:t>
                  </a:r>
                  <a:endPara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" name="Rectángulo: esquinas redondeadas 15">
                <a:extLst>
                  <a:ext uri="{FF2B5EF4-FFF2-40B4-BE49-F238E27FC236}">
                    <a16:creationId xmlns:a16="http://schemas.microsoft.com/office/drawing/2014/main" id="{359FA2D8-1CA9-A154-2718-BCD87AFC7BBF}"/>
                  </a:ext>
                </a:extLst>
              </p:cNvPr>
              <p:cNvSpPr/>
              <p:nvPr/>
            </p:nvSpPr>
            <p:spPr>
              <a:xfrm>
                <a:off x="8192352" y="3751417"/>
                <a:ext cx="1938522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DE90767-BCCB-8E03-2B95-66ABAF0E5F8E}"/>
                  </a:ext>
                </a:extLst>
              </p:cNvPr>
              <p:cNvSpPr txBox="1"/>
              <p:nvPr/>
            </p:nvSpPr>
            <p:spPr>
              <a:xfrm>
                <a:off x="8140836" y="3757424"/>
                <a:ext cx="2055007" cy="4092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{{#F76}}</a:t>
                </a:r>
                <a:endParaRPr kumimoji="0" lang="es-PE" sz="14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319A578-DB97-0F77-2242-7A3050F48DBB}"/>
                </a:ext>
              </a:extLst>
            </p:cNvPr>
            <p:cNvSpPr txBox="1"/>
            <p:nvPr/>
          </p:nvSpPr>
          <p:spPr>
            <a:xfrm>
              <a:off x="1370069" y="477937"/>
              <a:ext cx="11955655" cy="369332"/>
            </a:xfrm>
            <a:prstGeom prst="rect">
              <a:avLst/>
            </a:prstGeom>
            <a:solidFill>
              <a:srgbClr val="3FC9C9">
                <a:alpha val="29804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{{#F77}}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Rectángulo: esquinas redondeadas 38">
              <a:extLst>
                <a:ext uri="{FF2B5EF4-FFF2-40B4-BE49-F238E27FC236}">
                  <a16:creationId xmlns:a16="http://schemas.microsoft.com/office/drawing/2014/main" id="{AE6A8489-4E08-A062-8A59-7A1566271D35}"/>
                </a:ext>
              </a:extLst>
            </p:cNvPr>
            <p:cNvSpPr/>
            <p:nvPr/>
          </p:nvSpPr>
          <p:spPr>
            <a:xfrm>
              <a:off x="9184844" y="1328797"/>
              <a:ext cx="1989750" cy="1148009"/>
            </a:xfrm>
            <a:prstGeom prst="roundRect">
              <a:avLst/>
            </a:prstGeom>
            <a:noFill/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P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9C5E823C-8AF9-5A39-55BD-940EC7FDBA88}"/>
                </a:ext>
              </a:extLst>
            </p:cNvPr>
            <p:cNvSpPr txBox="1"/>
            <p:nvPr/>
          </p:nvSpPr>
          <p:spPr>
            <a:xfrm>
              <a:off x="9382845" y="1359824"/>
              <a:ext cx="17806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{{#F78}}</a:t>
              </a:r>
              <a:endParaRPr kumimoji="0" lang="es-PE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E0469AE-E0B8-98F2-19ED-16B74F7C37CA}"/>
                </a:ext>
              </a:extLst>
            </p:cNvPr>
            <p:cNvSpPr txBox="1"/>
            <p:nvPr/>
          </p:nvSpPr>
          <p:spPr>
            <a:xfrm>
              <a:off x="9142206" y="1617374"/>
              <a:ext cx="211758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PE" sz="3600" dirty="0">
                  <a:solidFill>
                    <a:srgbClr val="48BC65"/>
                  </a:solidFill>
                  <a:latin typeface="Century Gothic" panose="020B0502020202020204" pitchFamily="34" charset="0"/>
                </a:rPr>
                <a:t>{{#F62}}</a:t>
              </a:r>
            </a:p>
          </p:txBody>
        </p:sp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C3B71B46-BFB4-0695-F663-C3046B91810A}"/>
                </a:ext>
              </a:extLst>
            </p:cNvPr>
            <p:cNvGrpSpPr/>
            <p:nvPr/>
          </p:nvGrpSpPr>
          <p:grpSpPr>
            <a:xfrm>
              <a:off x="6841548" y="1328797"/>
              <a:ext cx="2042419" cy="1134614"/>
              <a:chOff x="6878419" y="1289970"/>
              <a:chExt cx="2042419" cy="1508760"/>
            </a:xfrm>
          </p:grpSpPr>
          <p:sp>
            <p:nvSpPr>
              <p:cNvPr id="60" name="Rectángulo: esquinas redondeadas 59">
                <a:extLst>
                  <a:ext uri="{FF2B5EF4-FFF2-40B4-BE49-F238E27FC236}">
                    <a16:creationId xmlns:a16="http://schemas.microsoft.com/office/drawing/2014/main" id="{897B93BF-4C17-2FEF-AC5E-D00D1DCCE97A}"/>
                  </a:ext>
                </a:extLst>
              </p:cNvPr>
              <p:cNvSpPr/>
              <p:nvPr/>
            </p:nvSpPr>
            <p:spPr>
              <a:xfrm>
                <a:off x="6918422" y="1289970"/>
                <a:ext cx="1967355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2732C12C-8DC4-F0A7-6A60-84A0FD95A4E6}"/>
                  </a:ext>
                </a:extLst>
              </p:cNvPr>
              <p:cNvSpPr txBox="1"/>
              <p:nvPr/>
            </p:nvSpPr>
            <p:spPr>
              <a:xfrm>
                <a:off x="6878419" y="1295978"/>
                <a:ext cx="2042419" cy="338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{{#F79}}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F93AF810-D6A5-190D-16B9-CF3A77890146}"/>
                  </a:ext>
                </a:extLst>
              </p:cNvPr>
              <p:cNvSpPr txBox="1"/>
              <p:nvPr/>
            </p:nvSpPr>
            <p:spPr>
              <a:xfrm>
                <a:off x="7085898" y="1612287"/>
                <a:ext cx="1707825" cy="859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PE" sz="3600" dirty="0">
                    <a:solidFill>
                      <a:srgbClr val="48BC65"/>
                    </a:solidFill>
                    <a:latin typeface="Century Gothic" panose="020B0502020202020204" pitchFamily="34" charset="0"/>
                  </a:rPr>
                  <a:t>{{#F63}}</a:t>
                </a:r>
              </a:p>
            </p:txBody>
          </p:sp>
        </p:grpSp>
        <p:sp>
          <p:nvSpPr>
            <p:cNvPr id="83" name="CuadroTexto 82">
              <a:extLst>
                <a:ext uri="{FF2B5EF4-FFF2-40B4-BE49-F238E27FC236}">
                  <a16:creationId xmlns:a16="http://schemas.microsoft.com/office/drawing/2014/main" id="{CF1FA930-EA67-3302-0C65-602CBB34AB85}"/>
                </a:ext>
              </a:extLst>
            </p:cNvPr>
            <p:cNvSpPr txBox="1"/>
            <p:nvPr/>
          </p:nvSpPr>
          <p:spPr>
            <a:xfrm>
              <a:off x="9848792" y="2071367"/>
              <a:ext cx="583814" cy="3734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{{#F80}}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6899A36-3856-2AD4-B377-F030D77F145E}"/>
              </a:ext>
            </a:extLst>
          </p:cNvPr>
          <p:cNvSpPr txBox="1"/>
          <p:nvPr/>
        </p:nvSpPr>
        <p:spPr>
          <a:xfrm>
            <a:off x="94770" y="3508264"/>
            <a:ext cx="4772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{{#F81}}</a:t>
            </a:r>
            <a:endParaRPr lang="es-PE" sz="1400" dirty="0">
              <a:solidFill>
                <a:schemeClr val="accent5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F68700B-96E6-BF84-A411-1C1900383151}"/>
              </a:ext>
            </a:extLst>
          </p:cNvPr>
          <p:cNvGrpSpPr/>
          <p:nvPr/>
        </p:nvGrpSpPr>
        <p:grpSpPr>
          <a:xfrm>
            <a:off x="156348" y="3993855"/>
            <a:ext cx="11768816" cy="2206902"/>
            <a:chOff x="192360" y="2942591"/>
            <a:chExt cx="11829184" cy="220690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34A6C088-7031-BDBD-32AB-46776394D611}"/>
                </a:ext>
              </a:extLst>
            </p:cNvPr>
            <p:cNvGrpSpPr/>
            <p:nvPr/>
          </p:nvGrpSpPr>
          <p:grpSpPr>
            <a:xfrm>
              <a:off x="192360" y="3988475"/>
              <a:ext cx="1986528" cy="1117899"/>
              <a:chOff x="7174708" y="3944189"/>
              <a:chExt cx="1970447" cy="1508760"/>
            </a:xfrm>
          </p:grpSpPr>
          <p:grpSp>
            <p:nvGrpSpPr>
              <p:cNvPr id="52" name="Grupo 51">
                <a:extLst>
                  <a:ext uri="{FF2B5EF4-FFF2-40B4-BE49-F238E27FC236}">
                    <a16:creationId xmlns:a16="http://schemas.microsoft.com/office/drawing/2014/main" id="{EBDE59D7-A7C1-6C65-7B8F-E70D8F03B238}"/>
                  </a:ext>
                </a:extLst>
              </p:cNvPr>
              <p:cNvGrpSpPr/>
              <p:nvPr/>
            </p:nvGrpSpPr>
            <p:grpSpPr>
              <a:xfrm>
                <a:off x="7295260" y="4281360"/>
                <a:ext cx="1660832" cy="1009663"/>
                <a:chOff x="7077926" y="4255181"/>
                <a:chExt cx="1660832" cy="1009663"/>
              </a:xfrm>
            </p:grpSpPr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12C4069A-4F89-8439-308D-F72C7F193722}"/>
                    </a:ext>
                  </a:extLst>
                </p:cNvPr>
                <p:cNvSpPr txBox="1"/>
                <p:nvPr/>
              </p:nvSpPr>
              <p:spPr>
                <a:xfrm>
                  <a:off x="7077926" y="4255181"/>
                  <a:ext cx="1660832" cy="8723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PE"/>
                  </a:defPPr>
                  <a:lvl1pPr>
                    <a:defRPr sz="4000">
                      <a:solidFill>
                        <a:srgbClr val="48BC65"/>
                      </a:solidFill>
                      <a:latin typeface="Century Gothic" panose="020B0502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{{#F64}}</a:t>
                  </a:r>
                  <a:endParaRPr kumimoji="0" lang="es-PE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7AF285D2-2A60-22FC-CC96-8D9D12250C03}"/>
                    </a:ext>
                  </a:extLst>
                </p:cNvPr>
                <p:cNvSpPr txBox="1"/>
                <p:nvPr/>
              </p:nvSpPr>
              <p:spPr>
                <a:xfrm>
                  <a:off x="7503022" y="4895513"/>
                  <a:ext cx="583814" cy="369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{{#F82}}</a:t>
                  </a:r>
                </a:p>
              </p:txBody>
            </p:sp>
          </p:grpSp>
          <p:sp>
            <p:nvSpPr>
              <p:cNvPr id="53" name="Rectángulo: esquinas redondeadas 52">
                <a:extLst>
                  <a:ext uri="{FF2B5EF4-FFF2-40B4-BE49-F238E27FC236}">
                    <a16:creationId xmlns:a16="http://schemas.microsoft.com/office/drawing/2014/main" id="{7CDE4AD1-DD87-ACE0-7A4C-32AAF4FFA1DE}"/>
                  </a:ext>
                </a:extLst>
              </p:cNvPr>
              <p:cNvSpPr/>
              <p:nvPr/>
            </p:nvSpPr>
            <p:spPr>
              <a:xfrm>
                <a:off x="7174708" y="3944189"/>
                <a:ext cx="1970447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686FA092-8790-2D4E-3399-EAF4701D4BAF}"/>
                  </a:ext>
                </a:extLst>
              </p:cNvPr>
              <p:cNvSpPr txBox="1"/>
              <p:nvPr/>
            </p:nvSpPr>
            <p:spPr>
              <a:xfrm>
                <a:off x="7427831" y="4003700"/>
                <a:ext cx="14396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{{#F83}}</a:t>
                </a:r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AC39D020-CF63-3C0F-5697-F186CF73F232}"/>
                </a:ext>
              </a:extLst>
            </p:cNvPr>
            <p:cNvGrpSpPr/>
            <p:nvPr/>
          </p:nvGrpSpPr>
          <p:grpSpPr>
            <a:xfrm>
              <a:off x="2209226" y="3971760"/>
              <a:ext cx="1937014" cy="1134614"/>
              <a:chOff x="6876494" y="3964662"/>
              <a:chExt cx="1841509" cy="1508760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901F4241-572D-AFD8-6ECA-C94D9BFDC25F}"/>
                  </a:ext>
                </a:extLst>
              </p:cNvPr>
              <p:cNvGrpSpPr/>
              <p:nvPr/>
            </p:nvGrpSpPr>
            <p:grpSpPr>
              <a:xfrm>
                <a:off x="6929466" y="4315737"/>
                <a:ext cx="1745008" cy="1105655"/>
                <a:chOff x="6712132" y="4289558"/>
                <a:chExt cx="1745008" cy="1105655"/>
              </a:xfrm>
            </p:grpSpPr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F8B1C4DC-821E-B4E6-770D-782C4967FEE1}"/>
                    </a:ext>
                  </a:extLst>
                </p:cNvPr>
                <p:cNvSpPr txBox="1"/>
                <p:nvPr/>
              </p:nvSpPr>
              <p:spPr>
                <a:xfrm>
                  <a:off x="6712132" y="4289558"/>
                  <a:ext cx="1745008" cy="9413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PE" sz="4000" dirty="0">
                      <a:solidFill>
                        <a:srgbClr val="48BC65"/>
                      </a:solidFill>
                      <a:latin typeface="Century Gothic" panose="020B0502020202020204" pitchFamily="34" charset="0"/>
                    </a:rPr>
                    <a:t>{{#F65}}</a:t>
                  </a:r>
                  <a:endParaRPr kumimoji="0" lang="es-PE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BC65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8407983E-C205-84BE-BA04-F3FDD29D6569}"/>
                    </a:ext>
                  </a:extLst>
                </p:cNvPr>
                <p:cNvSpPr txBox="1"/>
                <p:nvPr/>
              </p:nvSpPr>
              <p:spPr>
                <a:xfrm>
                  <a:off x="7378032" y="5025881"/>
                  <a:ext cx="5838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{{#F84}}</a:t>
                  </a:r>
                  <a:endPara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9" name="Rectángulo: esquinas redondeadas 48">
                <a:extLst>
                  <a:ext uri="{FF2B5EF4-FFF2-40B4-BE49-F238E27FC236}">
                    <a16:creationId xmlns:a16="http://schemas.microsoft.com/office/drawing/2014/main" id="{E97D1417-086B-FEC2-F984-FB392C841ED6}"/>
                  </a:ext>
                </a:extLst>
              </p:cNvPr>
              <p:cNvSpPr/>
              <p:nvPr/>
            </p:nvSpPr>
            <p:spPr>
              <a:xfrm>
                <a:off x="6876494" y="3964662"/>
                <a:ext cx="1841509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5D63B8D-E2AE-B72B-E1F4-B31E4CCCA9EC}"/>
                </a:ext>
              </a:extLst>
            </p:cNvPr>
            <p:cNvSpPr txBox="1"/>
            <p:nvPr/>
          </p:nvSpPr>
          <p:spPr>
            <a:xfrm>
              <a:off x="235206" y="2942591"/>
              <a:ext cx="11786338" cy="378599"/>
            </a:xfrm>
            <a:prstGeom prst="rect">
              <a:avLst/>
            </a:prstGeom>
            <a:solidFill>
              <a:srgbClr val="30984E">
                <a:alpha val="30196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{{#F85}}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1EF67A99-3767-0115-765C-B6F69C139B48}"/>
                </a:ext>
              </a:extLst>
            </p:cNvPr>
            <p:cNvGrpSpPr/>
            <p:nvPr/>
          </p:nvGrpSpPr>
          <p:grpSpPr>
            <a:xfrm>
              <a:off x="4176578" y="3970187"/>
              <a:ext cx="1972789" cy="1134614"/>
              <a:chOff x="5617782" y="1466080"/>
              <a:chExt cx="2116892" cy="1508760"/>
            </a:xfrm>
          </p:grpSpPr>
          <p:sp>
            <p:nvSpPr>
              <p:cNvPr id="42" name="Rectángulo: esquinas redondeadas 41">
                <a:extLst>
                  <a:ext uri="{FF2B5EF4-FFF2-40B4-BE49-F238E27FC236}">
                    <a16:creationId xmlns:a16="http://schemas.microsoft.com/office/drawing/2014/main" id="{CAFC6529-FD4A-6BDA-5BDF-BE6EA34158F4}"/>
                  </a:ext>
                </a:extLst>
              </p:cNvPr>
              <p:cNvSpPr/>
              <p:nvPr/>
            </p:nvSpPr>
            <p:spPr>
              <a:xfrm>
                <a:off x="5627057" y="1466080"/>
                <a:ext cx="2107617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9E5428F0-81A1-EB2B-FE2B-5C89CBDEEF60}"/>
                  </a:ext>
                </a:extLst>
              </p:cNvPr>
              <p:cNvSpPr txBox="1"/>
              <p:nvPr/>
            </p:nvSpPr>
            <p:spPr>
              <a:xfrm>
                <a:off x="5617782" y="1548658"/>
                <a:ext cx="2042419" cy="338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{{#F86}}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21CB354C-889E-0945-E4A8-E81CAD80EF4A}"/>
                  </a:ext>
                </a:extLst>
              </p:cNvPr>
              <p:cNvSpPr txBox="1"/>
              <p:nvPr/>
            </p:nvSpPr>
            <p:spPr>
              <a:xfrm>
                <a:off x="5838853" y="1953999"/>
                <a:ext cx="1691228" cy="8594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PE" sz="3600" dirty="0">
                    <a:solidFill>
                      <a:srgbClr val="48BC65"/>
                    </a:solidFill>
                    <a:latin typeface="Century Gothic" panose="020B0502020202020204" pitchFamily="34" charset="0"/>
                  </a:rPr>
                  <a:t>{{#F66}}</a:t>
                </a:r>
              </a:p>
            </p:txBody>
          </p: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C1B0F090-CB67-9BA6-1FCD-DE01F15F7ACA}"/>
                </a:ext>
              </a:extLst>
            </p:cNvPr>
            <p:cNvGrpSpPr/>
            <p:nvPr/>
          </p:nvGrpSpPr>
          <p:grpSpPr>
            <a:xfrm>
              <a:off x="6208677" y="3973419"/>
              <a:ext cx="1995542" cy="1176074"/>
              <a:chOff x="6645353" y="4005238"/>
              <a:chExt cx="2107617" cy="1176074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C152B1E1-B257-233C-95A9-9A5829DD35C3}"/>
                  </a:ext>
                </a:extLst>
              </p:cNvPr>
              <p:cNvSpPr/>
              <p:nvPr/>
            </p:nvSpPr>
            <p:spPr>
              <a:xfrm>
                <a:off x="6645353" y="4005238"/>
                <a:ext cx="2107617" cy="1148009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95767D4-94BC-C949-012B-93D3921A61B0}"/>
                  </a:ext>
                </a:extLst>
              </p:cNvPr>
              <p:cNvSpPr txBox="1"/>
              <p:nvPr/>
            </p:nvSpPr>
            <p:spPr>
              <a:xfrm>
                <a:off x="6793914" y="4018606"/>
                <a:ext cx="182989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{{#F87}}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A8D3A7D4-BF66-C673-3E45-C0E0F3DE45EA}"/>
                  </a:ext>
                </a:extLst>
              </p:cNvPr>
              <p:cNvSpPr txBox="1"/>
              <p:nvPr/>
            </p:nvSpPr>
            <p:spPr>
              <a:xfrm>
                <a:off x="6747649" y="4311675"/>
                <a:ext cx="19420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PE" sz="3600" dirty="0">
                    <a:solidFill>
                      <a:srgbClr val="48BC65"/>
                    </a:solidFill>
                    <a:latin typeface="Century Gothic" panose="020B0502020202020204" pitchFamily="34" charset="0"/>
                  </a:rPr>
                  <a:t>{{#F67}}</a:t>
                </a:r>
              </a:p>
            </p:txBody>
          </p: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DFB5B33A-C66F-486B-3BD2-5A4BAD5E6AFC}"/>
                  </a:ext>
                </a:extLst>
              </p:cNvPr>
              <p:cNvSpPr txBox="1"/>
              <p:nvPr/>
            </p:nvSpPr>
            <p:spPr>
              <a:xfrm>
                <a:off x="7396360" y="4807888"/>
                <a:ext cx="583814" cy="373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{{#F88}}</a:t>
                </a:r>
                <a:endParaRPr kumimoji="0" lang="es-P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3671582-2E94-719E-7186-F901B2A5D463}"/>
              </a:ext>
            </a:extLst>
          </p:cNvPr>
          <p:cNvSpPr txBox="1"/>
          <p:nvPr/>
        </p:nvSpPr>
        <p:spPr>
          <a:xfrm>
            <a:off x="2125745" y="5116048"/>
            <a:ext cx="2041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{{#F89}}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2886FD1E-8922-2311-1E8C-7328F438F834}"/>
              </a:ext>
            </a:extLst>
          </p:cNvPr>
          <p:cNvGrpSpPr/>
          <p:nvPr/>
        </p:nvGrpSpPr>
        <p:grpSpPr>
          <a:xfrm>
            <a:off x="8258878" y="4607018"/>
            <a:ext cx="3769460" cy="1983338"/>
            <a:chOff x="8237582" y="3116677"/>
            <a:chExt cx="3802390" cy="1983338"/>
          </a:xfrm>
        </p:grpSpPr>
        <p:sp>
          <p:nvSpPr>
            <p:cNvPr id="99" name="Rectángulo: esquinas redondeadas 98">
              <a:extLst>
                <a:ext uri="{FF2B5EF4-FFF2-40B4-BE49-F238E27FC236}">
                  <a16:creationId xmlns:a16="http://schemas.microsoft.com/office/drawing/2014/main" id="{82C818DE-8A18-45AF-C40D-DBD3BF0BF10B}"/>
                </a:ext>
              </a:extLst>
            </p:cNvPr>
            <p:cNvSpPr/>
            <p:nvPr/>
          </p:nvSpPr>
          <p:spPr>
            <a:xfrm>
              <a:off x="8237582" y="3121432"/>
              <a:ext cx="3802390" cy="1978583"/>
            </a:xfrm>
            <a:prstGeom prst="roundRect">
              <a:avLst>
                <a:gd name="adj" fmla="val 10472"/>
              </a:avLst>
            </a:prstGeom>
            <a:solidFill>
              <a:schemeClr val="tx1">
                <a:lumMod val="20000"/>
                <a:lumOff val="80000"/>
                <a:alpha val="25098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107" name="Grupo 106">
              <a:extLst>
                <a:ext uri="{FF2B5EF4-FFF2-40B4-BE49-F238E27FC236}">
                  <a16:creationId xmlns:a16="http://schemas.microsoft.com/office/drawing/2014/main" id="{25339F63-984B-89A1-E862-C1F3D098E928}"/>
                </a:ext>
              </a:extLst>
            </p:cNvPr>
            <p:cNvGrpSpPr/>
            <p:nvPr/>
          </p:nvGrpSpPr>
          <p:grpSpPr>
            <a:xfrm>
              <a:off x="8237582" y="3116677"/>
              <a:ext cx="3795052" cy="1920144"/>
              <a:chOff x="5440765" y="2848009"/>
              <a:chExt cx="3795052" cy="1920144"/>
            </a:xfrm>
          </p:grpSpPr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9C063107-30A3-80A3-77DF-A27F9E598138}"/>
                  </a:ext>
                </a:extLst>
              </p:cNvPr>
              <p:cNvGrpSpPr/>
              <p:nvPr/>
            </p:nvGrpSpPr>
            <p:grpSpPr>
              <a:xfrm>
                <a:off x="5637431" y="3629366"/>
                <a:ext cx="3466010" cy="1138787"/>
                <a:chOff x="8578144" y="2970668"/>
                <a:chExt cx="3466010" cy="1138787"/>
              </a:xfrm>
            </p:grpSpPr>
            <p:grpSp>
              <p:nvGrpSpPr>
                <p:cNvPr id="114" name="Grupo 113">
                  <a:extLst>
                    <a:ext uri="{FF2B5EF4-FFF2-40B4-BE49-F238E27FC236}">
                      <a16:creationId xmlns:a16="http://schemas.microsoft.com/office/drawing/2014/main" id="{457DCC19-5AE2-842B-5D19-F799D99CC18C}"/>
                    </a:ext>
                  </a:extLst>
                </p:cNvPr>
                <p:cNvGrpSpPr/>
                <p:nvPr/>
              </p:nvGrpSpPr>
              <p:grpSpPr>
                <a:xfrm>
                  <a:off x="8578144" y="2991988"/>
                  <a:ext cx="1667059" cy="1098093"/>
                  <a:chOff x="7811583" y="4810735"/>
                  <a:chExt cx="1667059" cy="1098093"/>
                </a:xfrm>
              </p:grpSpPr>
              <p:sp>
                <p:nvSpPr>
                  <p:cNvPr id="120" name="CuadroTexto 119">
                    <a:extLst>
                      <a:ext uri="{FF2B5EF4-FFF2-40B4-BE49-F238E27FC236}">
                        <a16:creationId xmlns:a16="http://schemas.microsoft.com/office/drawing/2014/main" id="{5DE9DEE6-7052-701E-81E5-D9FC1FB3BA6F}"/>
                      </a:ext>
                    </a:extLst>
                  </p:cNvPr>
                  <p:cNvSpPr txBox="1"/>
                  <p:nvPr/>
                </p:nvSpPr>
                <p:spPr>
                  <a:xfrm>
                    <a:off x="7811583" y="5309357"/>
                    <a:ext cx="1667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PE" b="1" dirty="0">
                        <a:solidFill>
                          <a:srgbClr val="000000"/>
                        </a:solidFill>
                        <a:latin typeface="Abadi ExtraLight" panose="020B0204020104020204" pitchFamily="34" charset="0"/>
                      </a:rPr>
                      <a:t>{{#F90}}</a:t>
                    </a:r>
                  </a:p>
                </p:txBody>
              </p:sp>
              <p:grpSp>
                <p:nvGrpSpPr>
                  <p:cNvPr id="121" name="Grupo 120">
                    <a:extLst>
                      <a:ext uri="{FF2B5EF4-FFF2-40B4-BE49-F238E27FC236}">
                        <a16:creationId xmlns:a16="http://schemas.microsoft.com/office/drawing/2014/main" id="{7DA39A98-B2D7-899B-99E0-C7B63F9F565E}"/>
                      </a:ext>
                    </a:extLst>
                  </p:cNvPr>
                  <p:cNvGrpSpPr/>
                  <p:nvPr/>
                </p:nvGrpSpPr>
                <p:grpSpPr>
                  <a:xfrm>
                    <a:off x="7941168" y="4810735"/>
                    <a:ext cx="1412715" cy="1098093"/>
                    <a:chOff x="7941168" y="4810735"/>
                    <a:chExt cx="1412715" cy="1098093"/>
                  </a:xfrm>
                </p:grpSpPr>
                <p:sp>
                  <p:nvSpPr>
                    <p:cNvPr id="122" name="CuadroTexto 121">
                      <a:extLst>
                        <a:ext uri="{FF2B5EF4-FFF2-40B4-BE49-F238E27FC236}">
                          <a16:creationId xmlns:a16="http://schemas.microsoft.com/office/drawing/2014/main" id="{469C44F3-92B8-C335-1BD1-55575B4F3E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41168" y="4810735"/>
                      <a:ext cx="1412715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>
                      <a:defPPr>
                        <a:defRPr lang="es-PE"/>
                      </a:defPPr>
                      <a:lvl1pPr>
                        <a:defRPr sz="4000">
                          <a:solidFill>
                            <a:srgbClr val="48BC65"/>
                          </a:solidFill>
                          <a:latin typeface="Century Gothic" panose="020B0502020202020204" pitchFamily="34" charset="0"/>
                        </a:defRPr>
                      </a:lvl1pPr>
                    </a:lstStyle>
                    <a:p>
                      <a:r>
                        <a:rPr lang="es-PE" sz="3600" dirty="0">
                          <a:solidFill>
                            <a:srgbClr val="FF0000"/>
                          </a:solidFill>
                        </a:rPr>
                        <a:t>{{#F68}}</a:t>
                      </a:r>
                    </a:p>
                  </p:txBody>
                </p:sp>
                <p:sp>
                  <p:nvSpPr>
                    <p:cNvPr id="123" name="CuadroTexto 122">
                      <a:extLst>
                        <a:ext uri="{FF2B5EF4-FFF2-40B4-BE49-F238E27FC236}">
                          <a16:creationId xmlns:a16="http://schemas.microsoft.com/office/drawing/2014/main" id="{8AD49881-9FF0-A607-280C-37C1665A61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246919" y="5539496"/>
                      <a:ext cx="828231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s-PE" b="1" dirty="0">
                          <a:solidFill>
                            <a:srgbClr val="000000"/>
                          </a:solidFill>
                          <a:latin typeface="Abadi ExtraLight" panose="020B0204020104020204" pitchFamily="34" charset="0"/>
                        </a:rPr>
                        <a:t>{{#F69}}</a:t>
                      </a:r>
                    </a:p>
                  </p:txBody>
                </p:sp>
              </p:grpSp>
            </p:grpSp>
            <p:grpSp>
              <p:nvGrpSpPr>
                <p:cNvPr id="115" name="Grupo 114">
                  <a:extLst>
                    <a:ext uri="{FF2B5EF4-FFF2-40B4-BE49-F238E27FC236}">
                      <a16:creationId xmlns:a16="http://schemas.microsoft.com/office/drawing/2014/main" id="{5B657645-9B6C-46D3-2188-E7C00A089012}"/>
                    </a:ext>
                  </a:extLst>
                </p:cNvPr>
                <p:cNvGrpSpPr/>
                <p:nvPr/>
              </p:nvGrpSpPr>
              <p:grpSpPr>
                <a:xfrm>
                  <a:off x="10473798" y="2970668"/>
                  <a:ext cx="1570356" cy="1138787"/>
                  <a:chOff x="8527773" y="4659441"/>
                  <a:chExt cx="1667059" cy="1138787"/>
                </a:xfrm>
              </p:grpSpPr>
              <p:sp>
                <p:nvSpPr>
                  <p:cNvPr id="116" name="CuadroTexto 115">
                    <a:extLst>
                      <a:ext uri="{FF2B5EF4-FFF2-40B4-BE49-F238E27FC236}">
                        <a16:creationId xmlns:a16="http://schemas.microsoft.com/office/drawing/2014/main" id="{72C18A02-8F27-67DA-EED3-F93725DA6E49}"/>
                      </a:ext>
                    </a:extLst>
                  </p:cNvPr>
                  <p:cNvSpPr txBox="1"/>
                  <p:nvPr/>
                </p:nvSpPr>
                <p:spPr>
                  <a:xfrm>
                    <a:off x="8527773" y="5179383"/>
                    <a:ext cx="1667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PE" b="1" dirty="0">
                        <a:solidFill>
                          <a:srgbClr val="000000"/>
                        </a:solidFill>
                        <a:latin typeface="Abadi ExtraLight" panose="020B0204020104020204" pitchFamily="34" charset="0"/>
                      </a:rPr>
                      <a:t>{{#F91}}</a:t>
                    </a:r>
                  </a:p>
                </p:txBody>
              </p:sp>
              <p:grpSp>
                <p:nvGrpSpPr>
                  <p:cNvPr id="117" name="Grupo 116">
                    <a:extLst>
                      <a:ext uri="{FF2B5EF4-FFF2-40B4-BE49-F238E27FC236}">
                        <a16:creationId xmlns:a16="http://schemas.microsoft.com/office/drawing/2014/main" id="{11BE44B4-6412-F5C4-A0AE-2C260392D571}"/>
                      </a:ext>
                    </a:extLst>
                  </p:cNvPr>
                  <p:cNvGrpSpPr/>
                  <p:nvPr/>
                </p:nvGrpSpPr>
                <p:grpSpPr>
                  <a:xfrm>
                    <a:off x="8625744" y="4659441"/>
                    <a:ext cx="1541835" cy="1138787"/>
                    <a:chOff x="10281257" y="4810380"/>
                    <a:chExt cx="1541835" cy="1138787"/>
                  </a:xfrm>
                </p:grpSpPr>
                <p:sp>
                  <p:nvSpPr>
                    <p:cNvPr id="118" name="CuadroTexto 117">
                      <a:extLst>
                        <a:ext uri="{FF2B5EF4-FFF2-40B4-BE49-F238E27FC236}">
                          <a16:creationId xmlns:a16="http://schemas.microsoft.com/office/drawing/2014/main" id="{11A7F6BE-9972-D485-C062-93EBCE7EBA5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281257" y="4810380"/>
                      <a:ext cx="1541835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>
                      <a:defPPr>
                        <a:defRPr lang="es-PE"/>
                      </a:defPPr>
                      <a:lvl1pPr>
                        <a:defRPr sz="4000">
                          <a:solidFill>
                            <a:srgbClr val="48BC65"/>
                          </a:solidFill>
                          <a:latin typeface="Century Gothic" panose="020B0502020202020204" pitchFamily="34" charset="0"/>
                        </a:defRPr>
                      </a:lvl1pPr>
                    </a:lstStyle>
                    <a:p>
                      <a:r>
                        <a:rPr lang="es-PE" sz="3600" dirty="0">
                          <a:solidFill>
                            <a:srgbClr val="00B050"/>
                          </a:solidFill>
                        </a:rPr>
                        <a:t>{{#F70}}</a:t>
                      </a:r>
                    </a:p>
                  </p:txBody>
                </p:sp>
                <p:sp>
                  <p:nvSpPr>
                    <p:cNvPr id="119" name="CuadroTexto 118">
                      <a:extLst>
                        <a:ext uri="{FF2B5EF4-FFF2-40B4-BE49-F238E27FC236}">
                          <a16:creationId xmlns:a16="http://schemas.microsoft.com/office/drawing/2014/main" id="{DF8763FF-B259-159E-AE2C-8A81CE669D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625402" y="5579835"/>
                      <a:ext cx="94789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s-PE" b="1" dirty="0">
                          <a:solidFill>
                            <a:srgbClr val="000000"/>
                          </a:solidFill>
                          <a:latin typeface="Abadi ExtraLight" panose="020B0204020104020204" pitchFamily="34" charset="0"/>
                        </a:rPr>
                        <a:t>{{#F71}}</a:t>
                      </a:r>
                    </a:p>
                  </p:txBody>
                </p:sp>
              </p:grpSp>
            </p:grpSp>
          </p:grpSp>
          <p:grpSp>
            <p:nvGrpSpPr>
              <p:cNvPr id="109" name="Grupo 108">
                <a:extLst>
                  <a:ext uri="{FF2B5EF4-FFF2-40B4-BE49-F238E27FC236}">
                    <a16:creationId xmlns:a16="http://schemas.microsoft.com/office/drawing/2014/main" id="{45B9498C-E5BD-26FD-8B5B-9E1E1C8FDD07}"/>
                  </a:ext>
                </a:extLst>
              </p:cNvPr>
              <p:cNvGrpSpPr/>
              <p:nvPr/>
            </p:nvGrpSpPr>
            <p:grpSpPr>
              <a:xfrm>
                <a:off x="5440765" y="2848009"/>
                <a:ext cx="3795052" cy="872574"/>
                <a:chOff x="1417151" y="1011609"/>
                <a:chExt cx="3795052" cy="872574"/>
              </a:xfrm>
            </p:grpSpPr>
            <p:grpSp>
              <p:nvGrpSpPr>
                <p:cNvPr id="110" name="Grupo 109">
                  <a:extLst>
                    <a:ext uri="{FF2B5EF4-FFF2-40B4-BE49-F238E27FC236}">
                      <a16:creationId xmlns:a16="http://schemas.microsoft.com/office/drawing/2014/main" id="{62768999-94E1-582B-99A7-0DA4E3C7953F}"/>
                    </a:ext>
                  </a:extLst>
                </p:cNvPr>
                <p:cNvGrpSpPr/>
                <p:nvPr/>
              </p:nvGrpSpPr>
              <p:grpSpPr>
                <a:xfrm>
                  <a:off x="1417151" y="1011609"/>
                  <a:ext cx="3795052" cy="855648"/>
                  <a:chOff x="7689933" y="763157"/>
                  <a:chExt cx="3795052" cy="855648"/>
                </a:xfrm>
              </p:grpSpPr>
              <p:sp>
                <p:nvSpPr>
                  <p:cNvPr id="112" name="CuadroTexto 111">
                    <a:extLst>
                      <a:ext uri="{FF2B5EF4-FFF2-40B4-BE49-F238E27FC236}">
                        <a16:creationId xmlns:a16="http://schemas.microsoft.com/office/drawing/2014/main" id="{CE5F9EC0-C574-4BB8-8AE1-CC08B0A82A77}"/>
                      </a:ext>
                    </a:extLst>
                  </p:cNvPr>
                  <p:cNvSpPr txBox="1"/>
                  <p:nvPr/>
                </p:nvSpPr>
                <p:spPr>
                  <a:xfrm>
                    <a:off x="7689933" y="763157"/>
                    <a:ext cx="3795052" cy="430054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chemeClr val="accent2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s-MX" b="1" dirty="0">
                        <a:solidFill>
                          <a:prstClr val="black"/>
                        </a:solidFill>
                      </a:rPr>
                      <a:t>{{#F92}}</a:t>
                    </a:r>
                    <a:endParaRPr lang="es-PE" b="1" dirty="0">
                      <a:solidFill>
                        <a:prstClr val="black"/>
                      </a:solidFill>
                    </a:endParaRPr>
                  </a:p>
                </p:txBody>
              </p:sp>
              <p:sp>
                <p:nvSpPr>
                  <p:cNvPr id="113" name="CuadroTexto 112">
                    <a:extLst>
                      <a:ext uri="{FF2B5EF4-FFF2-40B4-BE49-F238E27FC236}">
                        <a16:creationId xmlns:a16="http://schemas.microsoft.com/office/drawing/2014/main" id="{39C56595-E6F5-EFBB-6977-A57DBFC367BE}"/>
                      </a:ext>
                    </a:extLst>
                  </p:cNvPr>
                  <p:cNvSpPr txBox="1"/>
                  <p:nvPr/>
                </p:nvSpPr>
                <p:spPr>
                  <a:xfrm>
                    <a:off x="9904556" y="1249473"/>
                    <a:ext cx="13278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s-PE" u="sng" dirty="0">
                        <a:solidFill>
                          <a:srgbClr val="000000"/>
                        </a:solidFill>
                        <a:latin typeface="Abadi ExtraLight" panose="020B0204020104020204" pitchFamily="34" charset="0"/>
                      </a:rPr>
                      <a:t>{{#F93}}</a:t>
                    </a:r>
                  </a:p>
                </p:txBody>
              </p:sp>
            </p:grp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429F02BF-7089-DB66-59BD-675BAE6B2136}"/>
                    </a:ext>
                  </a:extLst>
                </p:cNvPr>
                <p:cNvSpPr txBox="1"/>
                <p:nvPr/>
              </p:nvSpPr>
              <p:spPr>
                <a:xfrm>
                  <a:off x="1438663" y="1545629"/>
                  <a:ext cx="204241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s-PE" sz="1600" u="sng" dirty="0">
                      <a:solidFill>
                        <a:srgbClr val="000000"/>
                      </a:solidFill>
                      <a:latin typeface="Abadi ExtraLight" panose="020B0204020104020204" pitchFamily="34" charset="0"/>
                    </a:rPr>
                    <a:t>{{#F94}}</a:t>
                  </a:r>
                </a:p>
              </p:txBody>
            </p:sp>
          </p:grp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6287DE8-B4A1-1094-2453-BD9407D6F87D}"/>
              </a:ext>
            </a:extLst>
          </p:cNvPr>
          <p:cNvSpPr txBox="1"/>
          <p:nvPr/>
        </p:nvSpPr>
        <p:spPr>
          <a:xfrm>
            <a:off x="119555" y="6319747"/>
            <a:ext cx="4772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{{#F95}}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459E7C2-74C9-5C0A-6B7D-2CA92CD6EE5D}"/>
              </a:ext>
            </a:extLst>
          </p:cNvPr>
          <p:cNvSpPr txBox="1"/>
          <p:nvPr/>
        </p:nvSpPr>
        <p:spPr>
          <a:xfrm>
            <a:off x="118463" y="6104068"/>
            <a:ext cx="792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{{#F96}}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B22CC02-9926-8808-CEF1-FC5A8EFB17FE}"/>
              </a:ext>
            </a:extLst>
          </p:cNvPr>
          <p:cNvSpPr txBox="1"/>
          <p:nvPr/>
        </p:nvSpPr>
        <p:spPr>
          <a:xfrm>
            <a:off x="118462" y="3294317"/>
            <a:ext cx="792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{{#F97}}</a:t>
            </a:r>
            <a:endParaRPr lang="es-PE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909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C10B6-DBE5-913A-A119-1F0323E20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5F1A0BC1-5978-2BE9-66E7-F95D46BC95C8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b="1" i="1" dirty="0">
                <a:solidFill>
                  <a:srgbClr val="12781C"/>
                </a:solidFill>
                <a:latin typeface="Candara"/>
                <a:ea typeface="Candara"/>
                <a:cs typeface="Candara"/>
                <a:sym typeface="Candara"/>
              </a:rPr>
              <a:t>{{#F102}}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278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60735E2-8B7D-DC15-2695-1C5724F226FF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316119B-87F0-0266-1FBE-3F382DF4B47A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A179D7FD-6DCE-4495-C44D-FC85AEFAB871}"/>
              </a:ext>
            </a:extLst>
          </p:cNvPr>
          <p:cNvGrpSpPr/>
          <p:nvPr/>
        </p:nvGrpSpPr>
        <p:grpSpPr>
          <a:xfrm>
            <a:off x="2053222" y="777234"/>
            <a:ext cx="7072635" cy="2252516"/>
            <a:chOff x="2432753" y="579734"/>
            <a:chExt cx="6635108" cy="2024183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DA92506A-A380-485A-068C-0961EA5C1BA8}"/>
                </a:ext>
              </a:extLst>
            </p:cNvPr>
            <p:cNvGrpSpPr/>
            <p:nvPr/>
          </p:nvGrpSpPr>
          <p:grpSpPr>
            <a:xfrm>
              <a:off x="2432753" y="1486018"/>
              <a:ext cx="1501121" cy="1117899"/>
              <a:chOff x="8285925" y="3955078"/>
              <a:chExt cx="1501121" cy="1508760"/>
            </a:xfrm>
          </p:grpSpPr>
          <p:grpSp>
            <p:nvGrpSpPr>
              <p:cNvPr id="43" name="Grupo 42">
                <a:extLst>
                  <a:ext uri="{FF2B5EF4-FFF2-40B4-BE49-F238E27FC236}">
                    <a16:creationId xmlns:a16="http://schemas.microsoft.com/office/drawing/2014/main" id="{856CF324-3114-1E5F-5A67-0ACCCB2292FF}"/>
                  </a:ext>
                </a:extLst>
              </p:cNvPr>
              <p:cNvGrpSpPr/>
              <p:nvPr/>
            </p:nvGrpSpPr>
            <p:grpSpPr>
              <a:xfrm>
                <a:off x="8654289" y="4277673"/>
                <a:ext cx="702368" cy="1140865"/>
                <a:chOff x="8436955" y="4251494"/>
                <a:chExt cx="702368" cy="1140865"/>
              </a:xfrm>
            </p:grpSpPr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A02360DA-D504-AB32-80E6-615AF66675B7}"/>
                    </a:ext>
                  </a:extLst>
                </p:cNvPr>
                <p:cNvSpPr txBox="1"/>
                <p:nvPr/>
              </p:nvSpPr>
              <p:spPr>
                <a:xfrm>
                  <a:off x="8581211" y="4251494"/>
                  <a:ext cx="413856" cy="783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s-PE"/>
                  </a:defPPr>
                  <a:lvl1pPr>
                    <a:defRPr sz="4000">
                      <a:solidFill>
                        <a:srgbClr val="48BC65"/>
                      </a:solidFill>
                      <a:latin typeface="Century Gothic" panose="020B0502020202020204" pitchFamily="34" charset="0"/>
                    </a:defRPr>
                  </a:lvl1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MX" sz="3600" dirty="0">
                      <a:solidFill>
                        <a:srgbClr val="002060"/>
                      </a:solidFill>
                    </a:rPr>
                    <a:t>{{#F98}}</a:t>
                  </a:r>
                  <a:endParaRPr kumimoji="0" lang="es-PE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0F393BCE-3A08-755D-3EA0-DFA5C52C6845}"/>
                    </a:ext>
                  </a:extLst>
                </p:cNvPr>
                <p:cNvSpPr txBox="1"/>
                <p:nvPr/>
              </p:nvSpPr>
              <p:spPr>
                <a:xfrm>
                  <a:off x="8436955" y="4893894"/>
                  <a:ext cx="702368" cy="4984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{{#F103}}</a:t>
                  </a:r>
                  <a:endPara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5" name="Rectángulo: esquinas redondeadas 44">
                <a:extLst>
                  <a:ext uri="{FF2B5EF4-FFF2-40B4-BE49-F238E27FC236}">
                    <a16:creationId xmlns:a16="http://schemas.microsoft.com/office/drawing/2014/main" id="{74710887-BABC-178D-3B37-6D3048626A67}"/>
                  </a:ext>
                </a:extLst>
              </p:cNvPr>
              <p:cNvSpPr/>
              <p:nvPr/>
            </p:nvSpPr>
            <p:spPr>
              <a:xfrm>
                <a:off x="8285925" y="3955078"/>
                <a:ext cx="1501121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5CA16C78-A648-A23B-2A6C-4AA28BB95F3F}"/>
                  </a:ext>
                </a:extLst>
              </p:cNvPr>
              <p:cNvSpPr txBox="1"/>
              <p:nvPr/>
            </p:nvSpPr>
            <p:spPr>
              <a:xfrm>
                <a:off x="8330000" y="4014589"/>
                <a:ext cx="14396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{{#F104}}</a:t>
                </a:r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405260E-06FB-E520-33D4-8A7805DE4BF3}"/>
                </a:ext>
              </a:extLst>
            </p:cNvPr>
            <p:cNvGrpSpPr/>
            <p:nvPr/>
          </p:nvGrpSpPr>
          <p:grpSpPr>
            <a:xfrm>
              <a:off x="4599711" y="1002405"/>
              <a:ext cx="1458473" cy="849383"/>
              <a:chOff x="8148359" y="3317397"/>
              <a:chExt cx="1458473" cy="1129473"/>
            </a:xfrm>
          </p:grpSpPr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54532A16-BDF3-42B7-0C06-2C6BE2C6059E}"/>
                  </a:ext>
                </a:extLst>
              </p:cNvPr>
              <p:cNvGrpSpPr/>
              <p:nvPr/>
            </p:nvGrpSpPr>
            <p:grpSpPr>
              <a:xfrm>
                <a:off x="8480674" y="3603075"/>
                <a:ext cx="845605" cy="816562"/>
                <a:chOff x="8263340" y="3576896"/>
                <a:chExt cx="845605" cy="816562"/>
              </a:xfrm>
            </p:grpSpPr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80D58F99-4594-0797-3844-6E9001ECE2CE}"/>
                    </a:ext>
                  </a:extLst>
                </p:cNvPr>
                <p:cNvSpPr txBox="1"/>
                <p:nvPr/>
              </p:nvSpPr>
              <p:spPr>
                <a:xfrm>
                  <a:off x="8271658" y="3576896"/>
                  <a:ext cx="837287" cy="5516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MX" sz="2400" dirty="0">
                      <a:solidFill>
                        <a:srgbClr val="48BC65"/>
                      </a:solidFill>
                      <a:latin typeface="Century Gothic" panose="020B0502020202020204" pitchFamily="34" charset="0"/>
                    </a:rPr>
                    <a:t>{{#F99}}</a:t>
                  </a:r>
                  <a:endParaRPr kumimoji="0" lang="es-PE" sz="32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BC65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161EC9D4-1CC8-E356-0CC9-ECA014823FD8}"/>
                    </a:ext>
                  </a:extLst>
                </p:cNvPr>
                <p:cNvSpPr txBox="1"/>
                <p:nvPr/>
              </p:nvSpPr>
              <p:spPr>
                <a:xfrm>
                  <a:off x="8263340" y="3952121"/>
                  <a:ext cx="780431" cy="44133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{{#F105}}</a:t>
                  </a:r>
                  <a:endPara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5" name="Rectángulo: esquinas redondeadas 34">
                <a:extLst>
                  <a:ext uri="{FF2B5EF4-FFF2-40B4-BE49-F238E27FC236}">
                    <a16:creationId xmlns:a16="http://schemas.microsoft.com/office/drawing/2014/main" id="{2B70C59F-98ED-EC6B-75AD-D2C192A0D68A}"/>
                  </a:ext>
                </a:extLst>
              </p:cNvPr>
              <p:cNvSpPr/>
              <p:nvPr/>
            </p:nvSpPr>
            <p:spPr>
              <a:xfrm>
                <a:off x="8148359" y="3317397"/>
                <a:ext cx="1458473" cy="112947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20531A44-8D1B-BB9D-E3D9-412D741D758E}"/>
                  </a:ext>
                </a:extLst>
              </p:cNvPr>
              <p:cNvSpPr txBox="1"/>
              <p:nvPr/>
            </p:nvSpPr>
            <p:spPr>
              <a:xfrm>
                <a:off x="8220465" y="3338443"/>
                <a:ext cx="1287887" cy="3677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{{#F106}}</a:t>
                </a:r>
                <a:endParaRPr kumimoji="0" lang="es-PE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9A7A63B0-A0FA-380E-816C-1F9A1E9BDB72}"/>
                </a:ext>
              </a:extLst>
            </p:cNvPr>
            <p:cNvSpPr txBox="1"/>
            <p:nvPr/>
          </p:nvSpPr>
          <p:spPr>
            <a:xfrm>
              <a:off x="2432753" y="579734"/>
              <a:ext cx="6635108" cy="369332"/>
            </a:xfrm>
            <a:prstGeom prst="rect">
              <a:avLst/>
            </a:prstGeom>
            <a:solidFill>
              <a:srgbClr val="E7E4D8">
                <a:alpha val="50196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{{#F107}}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DFA25ADE-AC43-6057-EC56-C897A78B39AE}"/>
                </a:ext>
              </a:extLst>
            </p:cNvPr>
            <p:cNvGrpSpPr/>
            <p:nvPr/>
          </p:nvGrpSpPr>
          <p:grpSpPr>
            <a:xfrm>
              <a:off x="6539995" y="1299631"/>
              <a:ext cx="2042419" cy="1134614"/>
              <a:chOff x="6576866" y="1251186"/>
              <a:chExt cx="2042419" cy="1508760"/>
            </a:xfrm>
          </p:grpSpPr>
          <p:sp>
            <p:nvSpPr>
              <p:cNvPr id="25" name="Rectángulo: esquinas redondeadas 24">
                <a:extLst>
                  <a:ext uri="{FF2B5EF4-FFF2-40B4-BE49-F238E27FC236}">
                    <a16:creationId xmlns:a16="http://schemas.microsoft.com/office/drawing/2014/main" id="{2DB9417D-6492-2A9A-994E-B6FACD0C8319}"/>
                  </a:ext>
                </a:extLst>
              </p:cNvPr>
              <p:cNvSpPr/>
              <p:nvPr/>
            </p:nvSpPr>
            <p:spPr>
              <a:xfrm>
                <a:off x="6586517" y="1251186"/>
                <a:ext cx="1967355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F3F18889-F2F5-9000-9633-1ECD13402E5E}"/>
                  </a:ext>
                </a:extLst>
              </p:cNvPr>
              <p:cNvSpPr txBox="1"/>
              <p:nvPr/>
            </p:nvSpPr>
            <p:spPr>
              <a:xfrm>
                <a:off x="6576866" y="1335851"/>
                <a:ext cx="2042419" cy="3385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{{#F108}}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101D2B4-1679-6E55-B941-294F1B202F54}"/>
                  </a:ext>
                </a:extLst>
              </p:cNvPr>
              <p:cNvSpPr txBox="1"/>
              <p:nvPr/>
            </p:nvSpPr>
            <p:spPr>
              <a:xfrm>
                <a:off x="6873275" y="1702604"/>
                <a:ext cx="749213" cy="772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PE" sz="3600" dirty="0">
                    <a:solidFill>
                      <a:srgbClr val="48BC65"/>
                    </a:solidFill>
                    <a:latin typeface="Century Gothic" panose="020B0502020202020204" pitchFamily="34" charset="0"/>
                  </a:rPr>
                  <a:t>{{#F100}}</a:t>
                </a:r>
              </a:p>
            </p:txBody>
          </p:sp>
        </p:grp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FF432699-D569-5CAC-3545-1F93CA17723C}"/>
              </a:ext>
            </a:extLst>
          </p:cNvPr>
          <p:cNvSpPr txBox="1"/>
          <p:nvPr/>
        </p:nvSpPr>
        <p:spPr>
          <a:xfrm>
            <a:off x="2659994" y="3290690"/>
            <a:ext cx="16580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{{#F109}}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2F92AF0-1C5A-FF60-E459-4A02E8B19355}"/>
              </a:ext>
            </a:extLst>
          </p:cNvPr>
          <p:cNvSpPr txBox="1"/>
          <p:nvPr/>
        </p:nvSpPr>
        <p:spPr>
          <a:xfrm>
            <a:off x="4495425" y="3330498"/>
            <a:ext cx="3458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{{#F110}}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E2E8076-D83D-F5E6-2F84-AE9517EF44F6}"/>
              </a:ext>
            </a:extLst>
          </p:cNvPr>
          <p:cNvSpPr txBox="1"/>
          <p:nvPr/>
        </p:nvSpPr>
        <p:spPr>
          <a:xfrm>
            <a:off x="4657811" y="2550165"/>
            <a:ext cx="892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i="0" u="none" strike="noStrike" kern="1200" cap="none" spc="0" normalizeH="0" baseline="0" noProof="0" dirty="0">
                <a:ln>
                  <a:noFill/>
                </a:ln>
                <a:solidFill>
                  <a:srgbClr val="48BC65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{{#F101}}</a:t>
            </a:r>
            <a:endParaRPr kumimoji="0" lang="es-PE" sz="3200" i="0" u="none" strike="noStrike" kern="1200" cap="none" spc="0" normalizeH="0" baseline="0" noProof="0" dirty="0">
              <a:ln>
                <a:noFill/>
              </a:ln>
              <a:solidFill>
                <a:srgbClr val="48BC65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9D1780C-79C8-62D1-D075-C30A3EDB70DC}"/>
              </a:ext>
            </a:extLst>
          </p:cNvPr>
          <p:cNvSpPr txBox="1"/>
          <p:nvPr/>
        </p:nvSpPr>
        <p:spPr>
          <a:xfrm>
            <a:off x="4691166" y="2902537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{{#F111}}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5FADA95-7C61-F84F-87AA-53CB83E6036E}"/>
              </a:ext>
            </a:extLst>
          </p:cNvPr>
          <p:cNvSpPr/>
          <p:nvPr/>
        </p:nvSpPr>
        <p:spPr>
          <a:xfrm>
            <a:off x="4363072" y="2274028"/>
            <a:ext cx="1554647" cy="9451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5D6AA6F5-FD04-2D06-82CE-58B0BF2DAA61}"/>
              </a:ext>
            </a:extLst>
          </p:cNvPr>
          <p:cNvSpPr txBox="1"/>
          <p:nvPr/>
        </p:nvSpPr>
        <p:spPr>
          <a:xfrm>
            <a:off x="4470326" y="2283359"/>
            <a:ext cx="141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{{#F112}}</a:t>
            </a:r>
            <a:endParaRPr kumimoji="0" lang="es-PE" sz="14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1131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B71D1-32B6-1CCB-1FAE-B860E0B58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B0563F2E-DF46-F28C-10DB-57EF949930AF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2000" b="1" i="1" dirty="0">
                <a:solidFill>
                  <a:srgbClr val="12781C"/>
                </a:solidFill>
                <a:latin typeface="Candara"/>
                <a:ea typeface="Candara"/>
                <a:cs typeface="Candara"/>
                <a:sym typeface="Candara"/>
              </a:rPr>
              <a:t>{{#F122}}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278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E99CC18-73F8-888D-8738-9C0D46000A85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A39C937-5476-D46B-EB6D-A2A05AE49EDA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o 8">
            <a:extLst>
              <a:ext uri="{FF2B5EF4-FFF2-40B4-BE49-F238E27FC236}">
                <a16:creationId xmlns:a16="http://schemas.microsoft.com/office/drawing/2014/main" id="{4B66CF19-34A0-1AF7-0FCB-FC313C47FA72}"/>
              </a:ext>
            </a:extLst>
          </p:cNvPr>
          <p:cNvGrpSpPr/>
          <p:nvPr/>
        </p:nvGrpSpPr>
        <p:grpSpPr>
          <a:xfrm>
            <a:off x="2795375" y="909968"/>
            <a:ext cx="6826604" cy="2295743"/>
            <a:chOff x="863876" y="729874"/>
            <a:chExt cx="6826604" cy="2295743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44A58426-F9BC-C85A-401F-6D3F08722493}"/>
                </a:ext>
              </a:extLst>
            </p:cNvPr>
            <p:cNvGrpSpPr/>
            <p:nvPr/>
          </p:nvGrpSpPr>
          <p:grpSpPr>
            <a:xfrm>
              <a:off x="4922534" y="1153195"/>
              <a:ext cx="2146613" cy="1864900"/>
              <a:chOff x="-149768" y="1036605"/>
              <a:chExt cx="2146613" cy="1864900"/>
            </a:xfrm>
          </p:grpSpPr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DB8473A8-0402-6118-292E-EDE1ACFAD379}"/>
                  </a:ext>
                </a:extLst>
              </p:cNvPr>
              <p:cNvSpPr txBox="1"/>
              <p:nvPr/>
            </p:nvSpPr>
            <p:spPr>
              <a:xfrm>
                <a:off x="-149768" y="1036605"/>
                <a:ext cx="21466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PE"/>
                </a:defPPr>
                <a:lvl1pPr>
                  <a:defRPr sz="1400" b="1" u="sng">
                    <a:solidFill>
                      <a:srgbClr val="000000"/>
                    </a:solidFill>
                    <a:latin typeface="Aptos Light" panose="020B0004020202020204" pitchFamily="34" charset="0"/>
                    <a:cs typeface="Aparajita" panose="020B0502040204020203" pitchFamily="18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4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ptos Light" panose="020B0004020202020204" pitchFamily="34" charset="0"/>
                    <a:ea typeface="+mn-ea"/>
                    <a:cs typeface="Aparajita" panose="020B0502040204020203" pitchFamily="18" charset="0"/>
                  </a:rPr>
                  <a:t>{{#F123}}</a:t>
                </a:r>
              </a:p>
            </p:txBody>
          </p:sp>
          <p:sp>
            <p:nvSpPr>
              <p:cNvPr id="55" name="Rectángulo: esquinas redondeadas 54">
                <a:extLst>
                  <a:ext uri="{FF2B5EF4-FFF2-40B4-BE49-F238E27FC236}">
                    <a16:creationId xmlns:a16="http://schemas.microsoft.com/office/drawing/2014/main" id="{655219F1-F197-B947-4A6F-419758839E58}"/>
                  </a:ext>
                </a:extLst>
              </p:cNvPr>
              <p:cNvSpPr/>
              <p:nvPr/>
            </p:nvSpPr>
            <p:spPr>
              <a:xfrm>
                <a:off x="41645" y="1392745"/>
                <a:ext cx="1551995" cy="1508760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A177F6F4-2380-A7D8-8BCE-11DE9DDFC394}"/>
                </a:ext>
              </a:extLst>
            </p:cNvPr>
            <p:cNvGrpSpPr/>
            <p:nvPr/>
          </p:nvGrpSpPr>
          <p:grpSpPr>
            <a:xfrm>
              <a:off x="1105811" y="1493842"/>
              <a:ext cx="2042419" cy="1508760"/>
              <a:chOff x="7065808" y="3958397"/>
              <a:chExt cx="2042419" cy="150876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73E76A51-931A-E96B-EA1D-4FD2CAB1F0DE}"/>
                  </a:ext>
                </a:extLst>
              </p:cNvPr>
              <p:cNvGrpSpPr/>
              <p:nvPr/>
            </p:nvGrpSpPr>
            <p:grpSpPr>
              <a:xfrm>
                <a:off x="7283142" y="4237103"/>
                <a:ext cx="1631985" cy="1180033"/>
                <a:chOff x="7065808" y="4210924"/>
                <a:chExt cx="1631985" cy="1180033"/>
              </a:xfrm>
            </p:grpSpPr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740EB9C1-8B6E-0094-85C0-8BD6384A6FAC}"/>
                    </a:ext>
                  </a:extLst>
                </p:cNvPr>
                <p:cNvSpPr txBox="1"/>
                <p:nvPr/>
              </p:nvSpPr>
              <p:spPr>
                <a:xfrm>
                  <a:off x="7102484" y="4210924"/>
                  <a:ext cx="159530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es-PE"/>
                  </a:defPPr>
                  <a:lvl1pPr>
                    <a:defRPr sz="4000">
                      <a:solidFill>
                        <a:srgbClr val="48BC65"/>
                      </a:solidFill>
                      <a:latin typeface="Century Gothic" panose="020B0502020202020204" pitchFamily="34" charset="0"/>
                    </a:defRPr>
                  </a:lvl1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3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Century Gothic" panose="020B0502020202020204" pitchFamily="34" charset="0"/>
                      <a:ea typeface="+mn-ea"/>
                      <a:cs typeface="+mn-cs"/>
                    </a:rPr>
                    <a:t>{{#F113}}</a:t>
                  </a:r>
                </a:p>
              </p:txBody>
            </p:sp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5862965D-94A2-1024-50EE-3E8221A1C826}"/>
                    </a:ext>
                  </a:extLst>
                </p:cNvPr>
                <p:cNvSpPr txBox="1"/>
                <p:nvPr/>
              </p:nvSpPr>
              <p:spPr>
                <a:xfrm>
                  <a:off x="7065808" y="4709190"/>
                  <a:ext cx="16141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{{#F124}}</a:t>
                  </a:r>
                </a:p>
              </p:txBody>
            </p:sp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64CA3BB1-1DAA-7203-7229-CF81E9953C9F}"/>
                    </a:ext>
                  </a:extLst>
                </p:cNvPr>
                <p:cNvSpPr txBox="1"/>
                <p:nvPr/>
              </p:nvSpPr>
              <p:spPr>
                <a:xfrm>
                  <a:off x="7300629" y="5021625"/>
                  <a:ext cx="9717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{{#F114}}</a:t>
                  </a:r>
                </a:p>
              </p:txBody>
            </p:sp>
          </p:grpSp>
          <p:sp>
            <p:nvSpPr>
              <p:cNvPr id="43" name="Rectángulo: esquinas redondeadas 42">
                <a:extLst>
                  <a:ext uri="{FF2B5EF4-FFF2-40B4-BE49-F238E27FC236}">
                    <a16:creationId xmlns:a16="http://schemas.microsoft.com/office/drawing/2014/main" id="{50968FD7-4FD0-FADE-13BA-AC92CDC55C6A}"/>
                  </a:ext>
                </a:extLst>
              </p:cNvPr>
              <p:cNvSpPr/>
              <p:nvPr/>
            </p:nvSpPr>
            <p:spPr>
              <a:xfrm>
                <a:off x="7065808" y="3958397"/>
                <a:ext cx="2028401" cy="150876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4FC36F38-F854-F5A0-754E-70CB66A0285E}"/>
                  </a:ext>
                </a:extLst>
              </p:cNvPr>
              <p:cNvSpPr txBox="1"/>
              <p:nvPr/>
            </p:nvSpPr>
            <p:spPr>
              <a:xfrm>
                <a:off x="7065808" y="4008329"/>
                <a:ext cx="204241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{{#F125}}</a:t>
                </a:r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F6C07B97-EDCC-18F4-E933-92BF4FB3EDA4}"/>
                </a:ext>
              </a:extLst>
            </p:cNvPr>
            <p:cNvGrpSpPr/>
            <p:nvPr/>
          </p:nvGrpSpPr>
          <p:grpSpPr>
            <a:xfrm>
              <a:off x="3198787" y="1499785"/>
              <a:ext cx="1723747" cy="1525832"/>
              <a:chOff x="6854260" y="3964340"/>
              <a:chExt cx="1723747" cy="1525832"/>
            </a:xfrm>
          </p:grpSpPr>
          <p:grpSp>
            <p:nvGrpSpPr>
              <p:cNvPr id="35" name="Grupo 34">
                <a:extLst>
                  <a:ext uri="{FF2B5EF4-FFF2-40B4-BE49-F238E27FC236}">
                    <a16:creationId xmlns:a16="http://schemas.microsoft.com/office/drawing/2014/main" id="{69DA1A72-2180-20B7-8292-687D0DE769C5}"/>
                  </a:ext>
                </a:extLst>
              </p:cNvPr>
              <p:cNvGrpSpPr/>
              <p:nvPr/>
            </p:nvGrpSpPr>
            <p:grpSpPr>
              <a:xfrm>
                <a:off x="6914576" y="4823086"/>
                <a:ext cx="1614160" cy="667086"/>
                <a:chOff x="6697242" y="4796907"/>
                <a:chExt cx="1614160" cy="667086"/>
              </a:xfrm>
            </p:grpSpPr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504B841B-EB4B-AAA6-B6FC-44CD3F1D6676}"/>
                    </a:ext>
                  </a:extLst>
                </p:cNvPr>
                <p:cNvSpPr txBox="1"/>
                <p:nvPr/>
              </p:nvSpPr>
              <p:spPr>
                <a:xfrm>
                  <a:off x="6697242" y="4796907"/>
                  <a:ext cx="16141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{{#F126}}</a:t>
                  </a:r>
                </a:p>
              </p:txBody>
            </p:sp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E138B55C-562E-0E00-1310-2821B19091C5}"/>
                    </a:ext>
                  </a:extLst>
                </p:cNvPr>
                <p:cNvSpPr txBox="1"/>
                <p:nvPr/>
              </p:nvSpPr>
              <p:spPr>
                <a:xfrm>
                  <a:off x="6945124" y="5094661"/>
                  <a:ext cx="8851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PE" sz="18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{{#F115}}</a:t>
                  </a:r>
                </a:p>
              </p:txBody>
            </p:sp>
          </p:grpSp>
          <p:sp>
            <p:nvSpPr>
              <p:cNvPr id="37" name="Rectángulo: esquinas redondeadas 36">
                <a:extLst>
                  <a:ext uri="{FF2B5EF4-FFF2-40B4-BE49-F238E27FC236}">
                    <a16:creationId xmlns:a16="http://schemas.microsoft.com/office/drawing/2014/main" id="{3B24241B-5554-90C0-0FAD-C3920F0F846F}"/>
                  </a:ext>
                </a:extLst>
              </p:cNvPr>
              <p:cNvSpPr/>
              <p:nvPr/>
            </p:nvSpPr>
            <p:spPr>
              <a:xfrm>
                <a:off x="6856585" y="3964340"/>
                <a:ext cx="1721422" cy="1508760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C3887D60-964C-CF2B-5D43-BF1247165587}"/>
                  </a:ext>
                </a:extLst>
              </p:cNvPr>
              <p:cNvSpPr txBox="1"/>
              <p:nvPr/>
            </p:nvSpPr>
            <p:spPr>
              <a:xfrm>
                <a:off x="6854260" y="4001230"/>
                <a:ext cx="172374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{{#F127}}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C3C9CD93-5169-4DFB-3B4E-46D32660BD36}"/>
                </a:ext>
              </a:extLst>
            </p:cNvPr>
            <p:cNvSpPr txBox="1"/>
            <p:nvPr/>
          </p:nvSpPr>
          <p:spPr>
            <a:xfrm>
              <a:off x="863876" y="729874"/>
              <a:ext cx="6826604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{{#F128}}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5977C0F1-6F72-F867-4FAF-BD27B8499BFD}"/>
                </a:ext>
              </a:extLst>
            </p:cNvPr>
            <p:cNvSpPr txBox="1"/>
            <p:nvPr/>
          </p:nvSpPr>
          <p:spPr>
            <a:xfrm>
              <a:off x="3388222" y="1824486"/>
              <a:ext cx="13388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PE"/>
              </a:defPPr>
              <a:lvl1pPr>
                <a:defRPr sz="4000">
                  <a:solidFill>
                    <a:srgbClr val="48BC65"/>
                  </a:solidFill>
                  <a:latin typeface="Century Gothic" panose="020B0502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{{#F116}}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62282D5D-561D-EA3E-5121-9DDF597A8AE7}"/>
                </a:ext>
              </a:extLst>
            </p:cNvPr>
            <p:cNvSpPr txBox="1"/>
            <p:nvPr/>
          </p:nvSpPr>
          <p:spPr>
            <a:xfrm>
              <a:off x="5639799" y="1940549"/>
              <a:ext cx="44114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s-PE"/>
              </a:defPPr>
              <a:lvl1pPr>
                <a:defRPr sz="4000">
                  <a:solidFill>
                    <a:srgbClr val="48BC65"/>
                  </a:solidFill>
                  <a:latin typeface="Century Gothic" panose="020B0502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36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{{#F117}}</a:t>
              </a:r>
              <a:endParaRPr kumimoji="0" lang="es-PE" sz="36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38A4C6C4-2EB5-8DB2-075B-56BF10C83B39}"/>
                </a:ext>
              </a:extLst>
            </p:cNvPr>
            <p:cNvSpPr txBox="1"/>
            <p:nvPr/>
          </p:nvSpPr>
          <p:spPr>
            <a:xfrm>
              <a:off x="5263093" y="1526486"/>
              <a:ext cx="11945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{{#F129}}</a:t>
              </a:r>
              <a:endParaRPr kumimoji="0" lang="es-PE" sz="16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89909477-BB70-ABCC-5559-E14EA3D465D8}"/>
                </a:ext>
              </a:extLst>
            </p:cNvPr>
            <p:cNvSpPr txBox="1"/>
            <p:nvPr/>
          </p:nvSpPr>
          <p:spPr>
            <a:xfrm>
              <a:off x="2496987" y="1171797"/>
              <a:ext cx="14228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4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 Light" panose="020B0004020202020204" pitchFamily="34" charset="0"/>
                  <a:ea typeface="+mn-ea"/>
                  <a:cs typeface="Aparajita" panose="020B0502040204020203" pitchFamily="18" charset="0"/>
                </a:rPr>
                <a:t>{{#F130}}</a:t>
              </a:r>
              <a:endParaRPr kumimoji="0" lang="es-PE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Light" panose="020B0004020202020204" pitchFamily="34" charset="0"/>
                <a:ea typeface="+mn-ea"/>
                <a:cs typeface="Aparajita" panose="020B0502040204020203" pitchFamily="18" charset="0"/>
              </a:endParaRPr>
            </a:p>
          </p:txBody>
        </p: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99E8F9D6-E864-A104-5355-845C3D8EAE6E}"/>
              </a:ext>
            </a:extLst>
          </p:cNvPr>
          <p:cNvGrpSpPr/>
          <p:nvPr/>
        </p:nvGrpSpPr>
        <p:grpSpPr>
          <a:xfrm>
            <a:off x="254012" y="3659356"/>
            <a:ext cx="11671341" cy="2080651"/>
            <a:chOff x="321385" y="3359051"/>
            <a:chExt cx="11671341" cy="2080651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F427788F-EB3C-B99B-70A8-636B820F348E}"/>
                </a:ext>
              </a:extLst>
            </p:cNvPr>
            <p:cNvGrpSpPr/>
            <p:nvPr/>
          </p:nvGrpSpPr>
          <p:grpSpPr>
            <a:xfrm>
              <a:off x="321385" y="3359051"/>
              <a:ext cx="11671341" cy="2080651"/>
              <a:chOff x="1006679" y="921951"/>
              <a:chExt cx="11671341" cy="2080651"/>
            </a:xfrm>
          </p:grpSpPr>
          <p:sp>
            <p:nvSpPr>
              <p:cNvPr id="18" name="Rectángulo: esquinas redondeadas 17">
                <a:extLst>
                  <a:ext uri="{FF2B5EF4-FFF2-40B4-BE49-F238E27FC236}">
                    <a16:creationId xmlns:a16="http://schemas.microsoft.com/office/drawing/2014/main" id="{A59B1734-7AD8-3FD4-6451-CEECF3966CE9}"/>
                  </a:ext>
                </a:extLst>
              </p:cNvPr>
              <p:cNvSpPr/>
              <p:nvPr/>
            </p:nvSpPr>
            <p:spPr>
              <a:xfrm>
                <a:off x="5623331" y="1492477"/>
                <a:ext cx="2107617" cy="1508760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P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4" name="Grupo 63">
                <a:extLst>
                  <a:ext uri="{FF2B5EF4-FFF2-40B4-BE49-F238E27FC236}">
                    <a16:creationId xmlns:a16="http://schemas.microsoft.com/office/drawing/2014/main" id="{32A70D3F-42B0-498F-0DCA-ED8E7651B7FA}"/>
                  </a:ext>
                </a:extLst>
              </p:cNvPr>
              <p:cNvGrpSpPr/>
              <p:nvPr/>
            </p:nvGrpSpPr>
            <p:grpSpPr>
              <a:xfrm>
                <a:off x="1073211" y="1493842"/>
                <a:ext cx="2107617" cy="1508760"/>
                <a:chOff x="7033208" y="3958397"/>
                <a:chExt cx="2107617" cy="1508760"/>
              </a:xfrm>
            </p:grpSpPr>
            <p:grpSp>
              <p:nvGrpSpPr>
                <p:cNvPr id="59" name="Grupo 58">
                  <a:extLst>
                    <a:ext uri="{FF2B5EF4-FFF2-40B4-BE49-F238E27FC236}">
                      <a16:creationId xmlns:a16="http://schemas.microsoft.com/office/drawing/2014/main" id="{16A9901F-DF3A-7F02-659B-852CEB389BB3}"/>
                    </a:ext>
                  </a:extLst>
                </p:cNvPr>
                <p:cNvGrpSpPr/>
                <p:nvPr/>
              </p:nvGrpSpPr>
              <p:grpSpPr>
                <a:xfrm>
                  <a:off x="7283142" y="4221392"/>
                  <a:ext cx="1553248" cy="1195744"/>
                  <a:chOff x="7065808" y="4195213"/>
                  <a:chExt cx="1553248" cy="1195744"/>
                </a:xfrm>
              </p:grpSpPr>
              <p:sp>
                <p:nvSpPr>
                  <p:cNvPr id="52" name="CuadroTexto 51">
                    <a:extLst>
                      <a:ext uri="{FF2B5EF4-FFF2-40B4-BE49-F238E27FC236}">
                        <a16:creationId xmlns:a16="http://schemas.microsoft.com/office/drawing/2014/main" id="{41F0E157-2322-BAE5-5FD9-526EB23BFECC}"/>
                      </a:ext>
                    </a:extLst>
                  </p:cNvPr>
                  <p:cNvSpPr txBox="1"/>
                  <p:nvPr/>
                </p:nvSpPr>
                <p:spPr>
                  <a:xfrm>
                    <a:off x="7179238" y="4195213"/>
                    <a:ext cx="1439818" cy="64633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>
                    <a:defPPr>
                      <a:defRPr lang="es-PE"/>
                    </a:defPPr>
                    <a:lvl1pPr>
                      <a:defRPr sz="4000">
                        <a:solidFill>
                          <a:srgbClr val="48BC65"/>
                        </a:solidFill>
                        <a:latin typeface="Century Gothic" panose="020B0502020202020204" pitchFamily="34" charset="0"/>
                      </a:defRPr>
                    </a:lvl1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PE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rPr>
                      <a:t>{{#F118}}</a:t>
                    </a:r>
                  </a:p>
                </p:txBody>
              </p:sp>
              <p:sp>
                <p:nvSpPr>
                  <p:cNvPr id="54" name="CuadroTexto 53">
                    <a:extLst>
                      <a:ext uri="{FF2B5EF4-FFF2-40B4-BE49-F238E27FC236}">
                        <a16:creationId xmlns:a16="http://schemas.microsoft.com/office/drawing/2014/main" id="{BF39F9C6-DE88-AE26-EEA6-693C37ADE1DB}"/>
                      </a:ext>
                    </a:extLst>
                  </p:cNvPr>
                  <p:cNvSpPr txBox="1"/>
                  <p:nvPr/>
                </p:nvSpPr>
                <p:spPr>
                  <a:xfrm>
                    <a:off x="7065808" y="4709190"/>
                    <a:ext cx="153721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PE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badi ExtraLight" panose="020B0204020104020204" pitchFamily="34" charset="0"/>
                        <a:ea typeface="+mn-ea"/>
                        <a:cs typeface="+mn-cs"/>
                      </a:rPr>
                      <a:t>{{#F131}}</a:t>
                    </a:r>
                  </a:p>
                </p:txBody>
              </p:sp>
              <p:sp>
                <p:nvSpPr>
                  <p:cNvPr id="56" name="CuadroTexto 55">
                    <a:extLst>
                      <a:ext uri="{FF2B5EF4-FFF2-40B4-BE49-F238E27FC236}">
                        <a16:creationId xmlns:a16="http://schemas.microsoft.com/office/drawing/2014/main" id="{6E68E21D-488D-FBBF-C31C-FB20088FC0E9}"/>
                      </a:ext>
                    </a:extLst>
                  </p:cNvPr>
                  <p:cNvSpPr txBox="1"/>
                  <p:nvPr/>
                </p:nvSpPr>
                <p:spPr>
                  <a:xfrm>
                    <a:off x="7300629" y="5021625"/>
                    <a:ext cx="88517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s-PE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badi ExtraLight" panose="020B0204020104020204" pitchFamily="34" charset="0"/>
                        <a:ea typeface="+mn-ea"/>
                        <a:cs typeface="+mn-cs"/>
                      </a:rPr>
                      <a:t>{{#F119}}</a:t>
                    </a:r>
                  </a:p>
                </p:txBody>
              </p:sp>
            </p:grpSp>
            <p:sp>
              <p:nvSpPr>
                <p:cNvPr id="61" name="Rectángulo: esquinas redondeadas 60">
                  <a:extLst>
                    <a:ext uri="{FF2B5EF4-FFF2-40B4-BE49-F238E27FC236}">
                      <a16:creationId xmlns:a16="http://schemas.microsoft.com/office/drawing/2014/main" id="{95A98C46-AFD2-FEB4-EADD-3ED8818D250B}"/>
                    </a:ext>
                  </a:extLst>
                </p:cNvPr>
                <p:cNvSpPr/>
                <p:nvPr/>
              </p:nvSpPr>
              <p:spPr>
                <a:xfrm>
                  <a:off x="7033208" y="3958397"/>
                  <a:ext cx="2107617" cy="1508760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PE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BDFA1797-4162-2118-A98E-940166ABE29C}"/>
                    </a:ext>
                  </a:extLst>
                </p:cNvPr>
                <p:cNvSpPr txBox="1"/>
                <p:nvPr/>
              </p:nvSpPr>
              <p:spPr>
                <a:xfrm>
                  <a:off x="7549068" y="4022713"/>
                  <a:ext cx="10775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s-PE" sz="1600" u="sng" dirty="0">
                      <a:solidFill>
                        <a:srgbClr val="000000"/>
                      </a:solidFill>
                      <a:latin typeface="Abadi ExtraLight" panose="020B0204020104020204" pitchFamily="34" charset="0"/>
                    </a:rPr>
                    <a:t>{{#F132}}</a:t>
                  </a:r>
                </a:p>
              </p:txBody>
            </p:sp>
          </p:grpSp>
          <p:grpSp>
            <p:nvGrpSpPr>
              <p:cNvPr id="65" name="Grupo 64">
                <a:extLst>
                  <a:ext uri="{FF2B5EF4-FFF2-40B4-BE49-F238E27FC236}">
                    <a16:creationId xmlns:a16="http://schemas.microsoft.com/office/drawing/2014/main" id="{1A57B9B2-3CA4-2F8B-52EC-E403CCDB1634}"/>
                  </a:ext>
                </a:extLst>
              </p:cNvPr>
              <p:cNvGrpSpPr/>
              <p:nvPr/>
            </p:nvGrpSpPr>
            <p:grpSpPr>
              <a:xfrm>
                <a:off x="3377735" y="1493842"/>
                <a:ext cx="2107617" cy="1508760"/>
                <a:chOff x="7033208" y="3958397"/>
                <a:chExt cx="2107617" cy="1508760"/>
              </a:xfrm>
            </p:grpSpPr>
            <p:sp>
              <p:nvSpPr>
                <p:cNvPr id="67" name="Rectángulo: esquinas redondeadas 66">
                  <a:extLst>
                    <a:ext uri="{FF2B5EF4-FFF2-40B4-BE49-F238E27FC236}">
                      <a16:creationId xmlns:a16="http://schemas.microsoft.com/office/drawing/2014/main" id="{5619B418-8999-BA4D-23D1-0C3553D5293D}"/>
                    </a:ext>
                  </a:extLst>
                </p:cNvPr>
                <p:cNvSpPr/>
                <p:nvPr/>
              </p:nvSpPr>
              <p:spPr>
                <a:xfrm>
                  <a:off x="7033208" y="3958397"/>
                  <a:ext cx="2107617" cy="1508760"/>
                </a:xfrm>
                <a:prstGeom prst="roundRect">
                  <a:avLst/>
                </a:prstGeom>
                <a:noFill/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s-PE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388FDCD4-15C6-31DF-29ED-56ADC7085928}"/>
                    </a:ext>
                  </a:extLst>
                </p:cNvPr>
                <p:cNvSpPr txBox="1"/>
                <p:nvPr/>
              </p:nvSpPr>
              <p:spPr>
                <a:xfrm>
                  <a:off x="7302471" y="3991196"/>
                  <a:ext cx="16222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s-MX" sz="1600" b="0" i="0" u="sng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badi ExtraLight" panose="020B0204020104020204" pitchFamily="34" charset="0"/>
                      <a:ea typeface="+mn-ea"/>
                      <a:cs typeface="+mn-cs"/>
                    </a:rPr>
                    <a:t>{{#F133}}</a:t>
                  </a:r>
                  <a:endParaRPr kumimoji="0" lang="es-PE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4" name="CuadroTexto 73">
                <a:extLst>
                  <a:ext uri="{FF2B5EF4-FFF2-40B4-BE49-F238E27FC236}">
                    <a16:creationId xmlns:a16="http://schemas.microsoft.com/office/drawing/2014/main" id="{2FC7AC09-ED0A-6C1A-3A33-8C9BF066F988}"/>
                  </a:ext>
                </a:extLst>
              </p:cNvPr>
              <p:cNvSpPr txBox="1"/>
              <p:nvPr/>
            </p:nvSpPr>
            <p:spPr>
              <a:xfrm>
                <a:off x="1006679" y="921951"/>
                <a:ext cx="1167134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{{#F134}}</a:t>
                </a:r>
                <a:endParaRPr kumimoji="0" lang="es-P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18A868C5-3DC3-FE5E-A055-01D80AB8E1E3}"/>
                  </a:ext>
                </a:extLst>
              </p:cNvPr>
              <p:cNvSpPr txBox="1"/>
              <p:nvPr/>
            </p:nvSpPr>
            <p:spPr>
              <a:xfrm>
                <a:off x="3506875" y="1898728"/>
                <a:ext cx="18517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PE"/>
                </a:defPPr>
                <a:lvl1pPr>
                  <a:defRPr sz="4000">
                    <a:solidFill>
                      <a:srgbClr val="48BC65"/>
                    </a:solidFill>
                    <a:latin typeface="Century Gothic" panose="020B0502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PE" sz="3600" dirty="0">
                    <a:solidFill>
                      <a:srgbClr val="FF0000"/>
                    </a:solidFill>
                  </a:rPr>
                  <a:t>{{#F120}}</a:t>
                </a:r>
              </a:p>
            </p:txBody>
          </p:sp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049EA85B-20AF-92AD-37D3-6388FBD150D3}"/>
                  </a:ext>
                </a:extLst>
              </p:cNvPr>
              <p:cNvSpPr txBox="1"/>
              <p:nvPr/>
            </p:nvSpPr>
            <p:spPr>
              <a:xfrm>
                <a:off x="5565408" y="1960284"/>
                <a:ext cx="223330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s-PE"/>
                </a:defPPr>
                <a:lvl1pPr>
                  <a:defRPr sz="4000">
                    <a:solidFill>
                      <a:srgbClr val="48BC65"/>
                    </a:solidFill>
                    <a:latin typeface="Century Gothic" panose="020B0502020202020204" pitchFamily="34" charset="0"/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s-PE" sz="3200" dirty="0"/>
                  <a:t>{{#F121}}</a:t>
                </a:r>
              </a:p>
            </p:txBody>
          </p: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159DF475-ADF5-7B79-AC41-4B2D94DF36F5}"/>
                  </a:ext>
                </a:extLst>
              </p:cNvPr>
              <p:cNvSpPr txBox="1"/>
              <p:nvPr/>
            </p:nvSpPr>
            <p:spPr>
              <a:xfrm>
                <a:off x="6235832" y="2471752"/>
                <a:ext cx="882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PE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{{#F135}}</a:t>
                </a:r>
              </a:p>
            </p:txBody>
          </p: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FBB3AE46-4140-1C98-1B4D-BCE1D8614236}"/>
                  </a:ext>
                </a:extLst>
              </p:cNvPr>
              <p:cNvSpPr txBox="1"/>
              <p:nvPr/>
            </p:nvSpPr>
            <p:spPr>
              <a:xfrm>
                <a:off x="6351685" y="1506513"/>
                <a:ext cx="6379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MX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badi ExtraLight" panose="020B0204020104020204" pitchFamily="34" charset="0"/>
                    <a:ea typeface="+mn-ea"/>
                    <a:cs typeface="+mn-cs"/>
                  </a:rPr>
                  <a:t>{{#F136}}</a:t>
                </a:r>
                <a:endParaRPr kumimoji="0" lang="es-PE" sz="1600" b="0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58" name="CuadroTexto 57">
              <a:extLst>
                <a:ext uri="{FF2B5EF4-FFF2-40B4-BE49-F238E27FC236}">
                  <a16:creationId xmlns:a16="http://schemas.microsoft.com/office/drawing/2014/main" id="{C7C4AF5C-7227-B964-B808-09C9D231D642}"/>
                </a:ext>
              </a:extLst>
            </p:cNvPr>
            <p:cNvSpPr txBox="1"/>
            <p:nvPr/>
          </p:nvSpPr>
          <p:spPr>
            <a:xfrm>
              <a:off x="3065747" y="4926931"/>
              <a:ext cx="13394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PE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badi ExtraLight" panose="020B0204020104020204" pitchFamily="34" charset="0"/>
                  <a:ea typeface="+mn-ea"/>
                  <a:cs typeface="+mn-cs"/>
                </a:rPr>
                <a:t>{{#F137}}</a:t>
              </a: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2576174-6687-C8D6-25E1-E4A8C6F5C74F}"/>
              </a:ext>
            </a:extLst>
          </p:cNvPr>
          <p:cNvSpPr txBox="1"/>
          <p:nvPr/>
        </p:nvSpPr>
        <p:spPr>
          <a:xfrm>
            <a:off x="247956" y="6160402"/>
            <a:ext cx="84083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{{#F138}}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D16D41B-7067-63D5-42CB-96DE20786F01}"/>
              </a:ext>
            </a:extLst>
          </p:cNvPr>
          <p:cNvSpPr txBox="1"/>
          <p:nvPr/>
        </p:nvSpPr>
        <p:spPr>
          <a:xfrm>
            <a:off x="3028689" y="3169508"/>
            <a:ext cx="22548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 b="0" i="0">
                <a:solidFill>
                  <a:srgbClr val="000000"/>
                </a:solidFill>
                <a:latin typeface="Arial"/>
              </a:rPr>
              <a:t>{{#F139}}</a:t>
            </a:r>
            <a:endParaRPr lang="es-PE" sz="1400" dirty="0">
              <a:solidFill>
                <a:schemeClr val="accent5"/>
              </a:solidFill>
            </a:endParaRPr>
          </a:p>
        </p:txBody>
      </p:sp>
      <p:sp>
        <p:nvSpPr>
          <p:cNvPr id="706" name="Imagen 2"/>
          <p:cNvSpPr/>
          <p:nvPr/>
        </p:nvSpPr>
        <p:spPr>
          <a:xfrm>
            <a:off x="7238390" y="4193164"/>
            <a:ext cx="4278843" cy="1890796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5875">
            <a:solidFill>
              <a:srgbClr val="A6A6A6"/>
            </a:solidFill>
            <a:prstDash val="dash"/>
          </a:ln>
        </p:spPr>
        <p:txBody>
          <a:bodyPr anchor="ctr"/>
          <a:lstStyle/>
          <a:p>
            <a:pPr algn="ctr"/>
            <a:r>
              <a:rPr lang="es-PE" sz="1600">
                <a:solidFill>
                  <a:srgbClr val="A6A6A6"/>
                </a:solidFill>
                <a:latin typeface="Arial"/>
              </a:rPr>
              <a:t>Imagen 2</a:t>
            </a:r>
          </a:p>
        </p:txBody>
      </p:sp>
    </p:spTree>
    <p:extLst>
      <p:ext uri="{BB962C8B-B14F-4D97-AF65-F5344CB8AC3E}">
        <p14:creationId xmlns:p14="http://schemas.microsoft.com/office/powerpoint/2010/main" val="479149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40240-F4BE-499A-F980-65DD864E5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D8192F9-E1FF-E8F3-146D-A09C31FD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EE061A-9C8A-F563-0F7D-2F9ADBDE2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838596" y="1327668"/>
            <a:ext cx="4225136" cy="42251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3268614-CB48-87BA-9658-B974C027C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274246" y="753376"/>
            <a:ext cx="5353835" cy="5353835"/>
          </a:xfrm>
          <a:custGeom>
            <a:avLst/>
            <a:gdLst>
              <a:gd name="connsiteX0" fmla="*/ 690507 w 5353835"/>
              <a:gd name="connsiteY0" fmla="*/ 5273742 h 5353835"/>
              <a:gd name="connsiteX1" fmla="*/ 4938299 w 5353835"/>
              <a:gd name="connsiteY1" fmla="*/ 5273742 h 5353835"/>
              <a:gd name="connsiteX2" fmla="*/ 4858206 w 5353835"/>
              <a:gd name="connsiteY2" fmla="*/ 5353835 h 5353835"/>
              <a:gd name="connsiteX3" fmla="*/ 770600 w 5353835"/>
              <a:gd name="connsiteY3" fmla="*/ 5353835 h 5353835"/>
              <a:gd name="connsiteX4" fmla="*/ 433255 w 5353835"/>
              <a:gd name="connsiteY4" fmla="*/ 80093 h 5353835"/>
              <a:gd name="connsiteX5" fmla="*/ 513348 w 5353835"/>
              <a:gd name="connsiteY5" fmla="*/ 0 h 5353835"/>
              <a:gd name="connsiteX6" fmla="*/ 5353835 w 5353835"/>
              <a:gd name="connsiteY6" fmla="*/ 0 h 5353835"/>
              <a:gd name="connsiteX7" fmla="*/ 5353835 w 5353835"/>
              <a:gd name="connsiteY7" fmla="*/ 4858206 h 5353835"/>
              <a:gd name="connsiteX8" fmla="*/ 5273742 w 5353835"/>
              <a:gd name="connsiteY8" fmla="*/ 4938299 h 5353835"/>
              <a:gd name="connsiteX9" fmla="*/ 5273742 w 5353835"/>
              <a:gd name="connsiteY9" fmla="*/ 80093 h 5353835"/>
              <a:gd name="connsiteX10" fmla="*/ 0 w 5353835"/>
              <a:gd name="connsiteY10" fmla="*/ 513348 h 5353835"/>
              <a:gd name="connsiteX11" fmla="*/ 80093 w 5353835"/>
              <a:gd name="connsiteY11" fmla="*/ 433255 h 5353835"/>
              <a:gd name="connsiteX12" fmla="*/ 80093 w 5353835"/>
              <a:gd name="connsiteY12" fmla="*/ 4663328 h 5353835"/>
              <a:gd name="connsiteX13" fmla="*/ 0 w 5353835"/>
              <a:gd name="connsiteY13" fmla="*/ 4583235 h 535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53835" h="5353835">
                <a:moveTo>
                  <a:pt x="690507" y="5273742"/>
                </a:moveTo>
                <a:lnTo>
                  <a:pt x="4938299" y="5273742"/>
                </a:lnTo>
                <a:lnTo>
                  <a:pt x="4858206" y="5353835"/>
                </a:lnTo>
                <a:lnTo>
                  <a:pt x="770600" y="5353835"/>
                </a:lnTo>
                <a:close/>
                <a:moveTo>
                  <a:pt x="433255" y="80093"/>
                </a:moveTo>
                <a:lnTo>
                  <a:pt x="513348" y="0"/>
                </a:lnTo>
                <a:lnTo>
                  <a:pt x="5353835" y="0"/>
                </a:lnTo>
                <a:lnTo>
                  <a:pt x="5353835" y="4858206"/>
                </a:lnTo>
                <a:lnTo>
                  <a:pt x="5273742" y="4938299"/>
                </a:lnTo>
                <a:lnTo>
                  <a:pt x="5273742" y="80093"/>
                </a:lnTo>
                <a:close/>
                <a:moveTo>
                  <a:pt x="0" y="513348"/>
                </a:moveTo>
                <a:lnTo>
                  <a:pt x="80093" y="433255"/>
                </a:lnTo>
                <a:lnTo>
                  <a:pt x="80093" y="4663328"/>
                </a:lnTo>
                <a:lnTo>
                  <a:pt x="0" y="45832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D80A0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53F1AB-A315-A986-4678-84CDDA204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1300" y="2219325"/>
            <a:ext cx="4722124" cy="2271873"/>
          </a:xfrm>
          <a:noFill/>
        </p:spPr>
        <p:txBody>
          <a:bodyPr anchor="ctr">
            <a:normAutofit/>
          </a:bodyPr>
          <a:lstStyle/>
          <a:p>
            <a:pPr algn="ctr"/>
            <a:r>
              <a:rPr lang="es-MX" sz="3600" b="1" dirty="0">
                <a:solidFill>
                  <a:srgbClr val="080808"/>
                </a:solidFill>
              </a:rPr>
              <a:t>{{#F140}}</a:t>
            </a:r>
            <a:endParaRPr lang="es-PE" sz="3600" b="1" dirty="0">
              <a:solidFill>
                <a:srgbClr val="080808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389802-1C07-8DE5-F96B-DBD801995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7565" y="4557900"/>
            <a:ext cx="2442690" cy="915772"/>
          </a:xfrm>
          <a:noFill/>
        </p:spPr>
        <p:txBody>
          <a:bodyPr>
            <a:normAutofit/>
          </a:bodyPr>
          <a:lstStyle/>
          <a:p>
            <a:pPr algn="ctr"/>
            <a:r>
              <a:rPr lang="es-MX" sz="2000" dirty="0">
                <a:solidFill>
                  <a:srgbClr val="080808"/>
                </a:solidFill>
              </a:rPr>
              <a:t>{{#F141}}</a:t>
            </a:r>
            <a:endParaRPr lang="es-PE" sz="2000" dirty="0">
              <a:solidFill>
                <a:srgbClr val="080808"/>
              </a:solidFill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5354482-EF89-7BEB-6231-3DC824193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7170340" cy="5062213"/>
          </a:xfrm>
          <a:custGeom>
            <a:avLst/>
            <a:gdLst>
              <a:gd name="connsiteX0" fmla="*/ 7170340 w 7170340"/>
              <a:gd name="connsiteY0" fmla="*/ 0 h 5062213"/>
              <a:gd name="connsiteX1" fmla="*/ 7170340 w 7170340"/>
              <a:gd name="connsiteY1" fmla="*/ 2954084 h 5062213"/>
              <a:gd name="connsiteX2" fmla="*/ 5062211 w 7170340"/>
              <a:gd name="connsiteY2" fmla="*/ 5062213 h 5062213"/>
              <a:gd name="connsiteX3" fmla="*/ 0 w 7170340"/>
              <a:gd name="connsiteY3" fmla="*/ 2 h 506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70340" h="5062213">
                <a:moveTo>
                  <a:pt x="7170340" y="0"/>
                </a:moveTo>
                <a:lnTo>
                  <a:pt x="7170340" y="2954084"/>
                </a:lnTo>
                <a:lnTo>
                  <a:pt x="5062211" y="5062213"/>
                </a:lnTo>
                <a:lnTo>
                  <a:pt x="0" y="2"/>
                </a:lnTo>
                <a:close/>
              </a:path>
            </a:pathLst>
          </a:cu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43">
            <a:extLst>
              <a:ext uri="{FF2B5EF4-FFF2-40B4-BE49-F238E27FC236}">
                <a16:creationId xmlns:a16="http://schemas.microsoft.com/office/drawing/2014/main" id="{5146BA22-BB47-2D3F-797B-AD4E92085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11832" y="4010957"/>
            <a:ext cx="870888" cy="87088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Rectangle 45">
            <a:extLst>
              <a:ext uri="{FF2B5EF4-FFF2-40B4-BE49-F238E27FC236}">
                <a16:creationId xmlns:a16="http://schemas.microsoft.com/office/drawing/2014/main" id="{547782AD-EC3B-EB67-66E2-57BE5609D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61203" y="5394406"/>
            <a:ext cx="856138" cy="85613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47">
            <a:extLst>
              <a:ext uri="{FF2B5EF4-FFF2-40B4-BE49-F238E27FC236}">
                <a16:creationId xmlns:a16="http://schemas.microsoft.com/office/drawing/2014/main" id="{7CB7BAA5-33AB-F7FC-8038-FE6D4A77E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314455" y="5398229"/>
            <a:ext cx="381459" cy="38145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49">
            <a:extLst>
              <a:ext uri="{FF2B5EF4-FFF2-40B4-BE49-F238E27FC236}">
                <a16:creationId xmlns:a16="http://schemas.microsoft.com/office/drawing/2014/main" id="{8D05679E-A7AC-913D-2309-830917840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675779" y="5848285"/>
            <a:ext cx="714978" cy="71497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Isosceles Triangle 51">
            <a:extLst>
              <a:ext uri="{FF2B5EF4-FFF2-40B4-BE49-F238E27FC236}">
                <a16:creationId xmlns:a16="http://schemas.microsoft.com/office/drawing/2014/main" id="{E283011F-8A06-5EB8-C56A-9D4C70F5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2600" y="5474491"/>
            <a:ext cx="2767017" cy="1383509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6326D83-22AD-87BD-203E-63A671A16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720763" y="146660"/>
            <a:ext cx="4191451" cy="311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44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39519F-F755-94D2-AFC5-F8EB0F8A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68863F99-B579-541B-672D-F257CC17B98F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defRPr/>
            </a:pPr>
            <a:r>
              <a:rPr lang="es-MX" sz="2000" b="1" i="1" dirty="0">
                <a:solidFill>
                  <a:srgbClr val="00B050"/>
                </a:solidFill>
                <a:latin typeface="Candara"/>
                <a:ea typeface="Candara"/>
                <a:cs typeface="Candara"/>
                <a:sym typeface="Candara"/>
              </a:rPr>
              <a:t>{{#F146}}</a:t>
            </a:r>
            <a:endParaRPr lang="en-US" kern="0" dirty="0">
              <a:solidFill>
                <a:srgbClr val="00B05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203EF45-F635-5C99-4867-11BC65E50ECB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8E7D6FC-F2E3-539B-B09A-067FB3501B47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778BE4E9-18F0-4181-A625-BAB12AC6DE0C}"/>
              </a:ext>
            </a:extLst>
          </p:cNvPr>
          <p:cNvSpPr/>
          <p:nvPr/>
        </p:nvSpPr>
        <p:spPr>
          <a:xfrm>
            <a:off x="225354" y="1562716"/>
            <a:ext cx="629652" cy="518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7F66B3E-88E7-FD96-A431-C094BCC0922F}"/>
              </a:ext>
            </a:extLst>
          </p:cNvPr>
          <p:cNvSpPr txBox="1"/>
          <p:nvPr/>
        </p:nvSpPr>
        <p:spPr>
          <a:xfrm>
            <a:off x="336884" y="950174"/>
            <a:ext cx="5646821" cy="461665"/>
          </a:xfrm>
          <a:prstGeom prst="rect">
            <a:avLst/>
          </a:prstGeom>
          <a:solidFill>
            <a:srgbClr val="E2F0D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{{#F144}}</a:t>
            </a:r>
            <a:endParaRPr lang="es-PE" sz="240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B88A7E7-9BAE-652F-7E2B-33A031436F74}"/>
              </a:ext>
            </a:extLst>
          </p:cNvPr>
          <p:cNvSpPr txBox="1"/>
          <p:nvPr/>
        </p:nvSpPr>
        <p:spPr>
          <a:xfrm>
            <a:off x="6278533" y="950174"/>
            <a:ext cx="5646821" cy="461665"/>
          </a:xfrm>
          <a:prstGeom prst="rect">
            <a:avLst/>
          </a:prstGeom>
          <a:solidFill>
            <a:srgbClr val="E2F0D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{{#F145}}</a:t>
            </a:r>
            <a:endParaRPr lang="es-PE" sz="240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AE2038-3D41-E7C5-3197-CA2DC64F5D7D}"/>
              </a:ext>
            </a:extLst>
          </p:cNvPr>
          <p:cNvGrpSpPr/>
          <p:nvPr/>
        </p:nvGrpSpPr>
        <p:grpSpPr>
          <a:xfrm>
            <a:off x="1376546" y="1606159"/>
            <a:ext cx="3410058" cy="1351645"/>
            <a:chOff x="886404" y="1719660"/>
            <a:chExt cx="3567496" cy="1471410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AA3DD273-7E61-BB6B-E31E-25E4671EF2CF}"/>
                </a:ext>
              </a:extLst>
            </p:cNvPr>
            <p:cNvSpPr/>
            <p:nvPr/>
          </p:nvSpPr>
          <p:spPr>
            <a:xfrm>
              <a:off x="886405" y="1719660"/>
              <a:ext cx="3567495" cy="1471410"/>
            </a:xfrm>
            <a:prstGeom prst="roundRect">
              <a:avLst/>
            </a:prstGeom>
            <a:solidFill>
              <a:srgbClr val="D9E6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5B187F3F-ED48-1CC3-DF80-6271939BFAAC}"/>
                </a:ext>
              </a:extLst>
            </p:cNvPr>
            <p:cNvCxnSpPr/>
            <p:nvPr/>
          </p:nvCxnSpPr>
          <p:spPr>
            <a:xfrm>
              <a:off x="886404" y="2164703"/>
              <a:ext cx="35674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908C25F-9F89-E6B0-9FEC-7B893941B46D}"/>
                </a:ext>
              </a:extLst>
            </p:cNvPr>
            <p:cNvSpPr txBox="1"/>
            <p:nvPr/>
          </p:nvSpPr>
          <p:spPr>
            <a:xfrm>
              <a:off x="1490506" y="2354721"/>
              <a:ext cx="23592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{{#F142}}</a:t>
              </a:r>
              <a:endParaRPr lang="es-PE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4226BAA1-148A-6F8B-03DD-48FC38B0A113}"/>
                </a:ext>
              </a:extLst>
            </p:cNvPr>
            <p:cNvSpPr txBox="1"/>
            <p:nvPr/>
          </p:nvSpPr>
          <p:spPr>
            <a:xfrm>
              <a:off x="1605369" y="1785299"/>
              <a:ext cx="2371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5">
                      <a:lumMod val="75000"/>
                    </a:schemeClr>
                  </a:solidFill>
                </a:rPr>
                <a:t>{{#F147}}</a:t>
              </a:r>
              <a:endParaRPr lang="es-PE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728A580F-31CE-00CC-F45E-114088FD4110}"/>
              </a:ext>
            </a:extLst>
          </p:cNvPr>
          <p:cNvGrpSpPr/>
          <p:nvPr/>
        </p:nvGrpSpPr>
        <p:grpSpPr>
          <a:xfrm>
            <a:off x="7644066" y="1606159"/>
            <a:ext cx="3410058" cy="1351645"/>
            <a:chOff x="886404" y="1719660"/>
            <a:chExt cx="3567496" cy="1471410"/>
          </a:xfrm>
        </p:grpSpPr>
        <p:sp>
          <p:nvSpPr>
            <p:cNvPr id="28" name="Rectángulo: esquinas redondeadas 27">
              <a:extLst>
                <a:ext uri="{FF2B5EF4-FFF2-40B4-BE49-F238E27FC236}">
                  <a16:creationId xmlns:a16="http://schemas.microsoft.com/office/drawing/2014/main" id="{BC079ADD-28A4-7B95-2824-98C8FB1972E5}"/>
                </a:ext>
              </a:extLst>
            </p:cNvPr>
            <p:cNvSpPr/>
            <p:nvPr/>
          </p:nvSpPr>
          <p:spPr>
            <a:xfrm>
              <a:off x="886405" y="1719660"/>
              <a:ext cx="3567495" cy="1471410"/>
            </a:xfrm>
            <a:prstGeom prst="roundRect">
              <a:avLst/>
            </a:prstGeom>
            <a:solidFill>
              <a:srgbClr val="D9E6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87D34AEC-F82C-39AA-947F-561EB2C701B6}"/>
                </a:ext>
              </a:extLst>
            </p:cNvPr>
            <p:cNvCxnSpPr/>
            <p:nvPr/>
          </p:nvCxnSpPr>
          <p:spPr>
            <a:xfrm>
              <a:off x="886404" y="2164703"/>
              <a:ext cx="35674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F1B2465F-1577-CF6A-0059-0444366F6672}"/>
                </a:ext>
              </a:extLst>
            </p:cNvPr>
            <p:cNvSpPr txBox="1"/>
            <p:nvPr/>
          </p:nvSpPr>
          <p:spPr>
            <a:xfrm>
              <a:off x="1490506" y="2354721"/>
              <a:ext cx="2359290" cy="703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{{#F143}}</a:t>
              </a:r>
              <a:endParaRPr lang="es-PE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D0B1D98-C1D3-581E-0DC3-BB640A3CF754}"/>
                </a:ext>
              </a:extLst>
            </p:cNvPr>
            <p:cNvSpPr txBox="1"/>
            <p:nvPr/>
          </p:nvSpPr>
          <p:spPr>
            <a:xfrm>
              <a:off x="1807676" y="1785299"/>
              <a:ext cx="1764149" cy="402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5">
                      <a:lumMod val="75000"/>
                    </a:schemeClr>
                  </a:solidFill>
                </a:rPr>
                <a:t>{{#F148}}</a:t>
              </a:r>
              <a:endParaRPr lang="es-PE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990" name="Tabla zonas"/>
          <p:cNvGraphicFramePr>
            <a:graphicFrameLocks noGrp="1"/>
          </p:cNvGraphicFramePr>
          <p:nvPr/>
        </p:nvGraphicFramePr>
        <p:xfrm>
          <a:off x="1380744" y="3310128"/>
          <a:ext cx="3410712" cy="1234440"/>
        </p:xfrm>
        <a:graphic>
          <a:graphicData uri="http://schemas.openxmlformats.org/drawingml/2006/table">
            <a:tbl>
              <a:tblPr firstRow="1"/>
              <a:tblGrid>
                <a:gridCol w="1143000"/>
                <a:gridCol w="1371600"/>
                <a:gridCol w="896112"/>
              </a:tblGrid>
              <a:tr h="246888">
                <a:tc>
                  <a:txBody>
                    <a:bodyPr/>
                    <a:lstStyle/>
                    <a:p>
                      <a:pPr/>
                      <a:r>
                        <a:rPr lang="es-PE" sz="1000" b="1">
                          <a:solidFill>
                            <a:srgbClr val="262626"/>
                          </a:solidFill>
                        </a:rPr>
                        <a:t>Zona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 b="1">
                          <a:solidFill>
                            <a:srgbClr val="262626"/>
                          </a:solidFill>
                        </a:rPr>
                        <a:t>Kg Recepcionados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 b="1">
                          <a:solidFill>
                            <a:srgbClr val="262626"/>
                          </a:solidFill>
                        </a:rPr>
                        <a:t>% Kg Recep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{{#F149}}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{{#F150}}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{{#F151}}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{{#F152}}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{{#F153}}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{{#F154}}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{{#F155}}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{{#F156}}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>
                          <a:solidFill>
                            <a:srgbClr val="262626"/>
                          </a:solidFill>
                        </a:rPr>
                        <a:t>{{#F157}}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/>
                      <a:r>
                        <a:rPr lang="es-PE" sz="1000" b="1">
                          <a:solidFill>
                            <a:srgbClr val="262626"/>
                          </a:solidFill>
                        </a:rPr>
                        <a:t>{{#F158}}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 b="1">
                          <a:solidFill>
                            <a:srgbClr val="262626"/>
                          </a:solidFill>
                        </a:rPr>
                        <a:t>{{#F159}}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PE" sz="1000" b="1">
                          <a:solidFill>
                            <a:srgbClr val="262626"/>
                          </a:solidFill>
                        </a:rPr>
                        <a:t>{{#F160}}</a:t>
                      </a:r>
                      <a:endParaRPr lang="es-PE" sz="1000"/>
                    </a:p>
                  </a:txBody>
                  <a:tcPr marL="60000" marR="60000" marT="20000" marB="2000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238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01104-321B-EF7C-07D2-342BDA369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1BA75CA9-8111-EFE4-64EE-331927A3ECCA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1" u="none" strike="noStrike" kern="1200" cap="none" spc="0" normalizeH="0" baseline="0" noProof="0" dirty="0">
                <a:ln>
                  <a:noFill/>
                </a:ln>
                <a:solidFill>
                  <a:srgbClr val="12781C"/>
                </a:solidFill>
                <a:effectLst/>
                <a:uLnTx/>
                <a:uFillTx/>
                <a:latin typeface="Candara"/>
                <a:ea typeface="Candara"/>
                <a:cs typeface="Candara"/>
                <a:sym typeface="Candara"/>
              </a:rPr>
              <a:t>{{#F175}}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278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9403897-6FD1-D54D-B2C5-D0B342D9450D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3AFA9DE-D94D-1BCB-7F22-84006816761F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upo 83">
            <a:extLst>
              <a:ext uri="{FF2B5EF4-FFF2-40B4-BE49-F238E27FC236}">
                <a16:creationId xmlns:a16="http://schemas.microsoft.com/office/drawing/2014/main" id="{C14CCAE1-A8CD-4DE4-B096-32BD59225626}"/>
              </a:ext>
            </a:extLst>
          </p:cNvPr>
          <p:cNvGrpSpPr/>
          <p:nvPr/>
        </p:nvGrpSpPr>
        <p:grpSpPr>
          <a:xfrm>
            <a:off x="167760" y="1140498"/>
            <a:ext cx="11874960" cy="2058984"/>
            <a:chOff x="1370069" y="477937"/>
            <a:chExt cx="11955655" cy="2058984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3320AFDF-8F05-765F-4EF5-F5CBFBF8B0AA}"/>
                </a:ext>
              </a:extLst>
            </p:cNvPr>
            <p:cNvGrpSpPr/>
            <p:nvPr/>
          </p:nvGrpSpPr>
          <p:grpSpPr>
            <a:xfrm>
              <a:off x="1609917" y="974420"/>
              <a:ext cx="2851128" cy="1562501"/>
              <a:chOff x="7463089" y="3264605"/>
              <a:chExt cx="2851128" cy="2108812"/>
            </a:xfrm>
          </p:grpSpPr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5E39428-CC53-A05A-E169-41F832967274}"/>
                </a:ext>
              </a:extLst>
            </p:cNvPr>
            <p:cNvSpPr txBox="1"/>
            <p:nvPr/>
          </p:nvSpPr>
          <p:spPr>
            <a:xfrm>
              <a:off x="1370069" y="477937"/>
              <a:ext cx="11955655" cy="369332"/>
            </a:xfrm>
            <a:prstGeom prst="rect">
              <a:avLst/>
            </a:prstGeom>
            <a:solidFill>
              <a:srgbClr val="3FC9C9">
                <a:alpha val="29804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b="1" dirty="0">
                  <a:solidFill>
                    <a:prstClr val="black"/>
                  </a:solidFill>
                  <a:latin typeface="Calibri" panose="020F0502020204030204"/>
                </a:rPr>
                <a:t>{{#F176}}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F3BDCF-720F-1210-B980-6F9792CD7275}"/>
              </a:ext>
            </a:extLst>
          </p:cNvPr>
          <p:cNvSpPr txBox="1"/>
          <p:nvPr/>
        </p:nvSpPr>
        <p:spPr>
          <a:xfrm>
            <a:off x="94770" y="3508264"/>
            <a:ext cx="4052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strike="noStrike" kern="1200" cap="none" spc="0" normalizeH="0" baseline="0" noProof="0" dirty="0">
                <a:solidFill>
                  <a:srgbClr val="000000"/>
                </a:solidFill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{{#F177}}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A2B02C-DCDB-B416-0DD7-51C0F6351FED}"/>
              </a:ext>
            </a:extLst>
          </p:cNvPr>
          <p:cNvSpPr txBox="1"/>
          <p:nvPr/>
        </p:nvSpPr>
        <p:spPr>
          <a:xfrm>
            <a:off x="198975" y="3993855"/>
            <a:ext cx="11726189" cy="378599"/>
          </a:xfrm>
          <a:prstGeom prst="rect">
            <a:avLst/>
          </a:prstGeom>
          <a:solidFill>
            <a:srgbClr val="30984E">
              <a:alpha val="30196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prstClr val="black"/>
                </a:solidFill>
                <a:latin typeface="Calibri" panose="020F0502020204030204"/>
              </a:rPr>
              <a:t>{{#F178}}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A4B5F9-F57B-D567-AA4E-01680A31D1BA}"/>
              </a:ext>
            </a:extLst>
          </p:cNvPr>
          <p:cNvSpPr txBox="1"/>
          <p:nvPr/>
        </p:nvSpPr>
        <p:spPr>
          <a:xfrm>
            <a:off x="119555" y="6319747"/>
            <a:ext cx="4772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strike="noStrike" kern="1200" cap="none" spc="0" normalizeH="0" baseline="0" noProof="0" dirty="0">
                <a:solidFill>
                  <a:srgbClr val="000000"/>
                </a:solidFill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{{#F179}}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B63E2792-6AF6-56E3-0D5E-3C4DAA9FAED3}"/>
              </a:ext>
            </a:extLst>
          </p:cNvPr>
          <p:cNvSpPr txBox="1"/>
          <p:nvPr/>
        </p:nvSpPr>
        <p:spPr>
          <a:xfrm>
            <a:off x="220370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{{#F161}}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809E4FA2-448C-2D97-2A7D-554BFE366B91}"/>
              </a:ext>
            </a:extLst>
          </p:cNvPr>
          <p:cNvSpPr txBox="1"/>
          <p:nvPr/>
        </p:nvSpPr>
        <p:spPr>
          <a:xfrm>
            <a:off x="220370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{{#F162}}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05DB8049-369D-9B39-16E6-A1AC42777908}"/>
              </a:ext>
            </a:extLst>
          </p:cNvPr>
          <p:cNvSpPr txBox="1"/>
          <p:nvPr/>
        </p:nvSpPr>
        <p:spPr>
          <a:xfrm>
            <a:off x="508406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{{#F163}}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940FC84D-4FE8-3CC0-5288-1ADDDBB59896}"/>
              </a:ext>
            </a:extLst>
          </p:cNvPr>
          <p:cNvSpPr txBox="1"/>
          <p:nvPr/>
        </p:nvSpPr>
        <p:spPr>
          <a:xfrm>
            <a:off x="508406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{{#F164}}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84B6BD8B-0DCA-23FC-2919-26C06FA07B89}"/>
              </a:ext>
            </a:extLst>
          </p:cNvPr>
          <p:cNvSpPr txBox="1"/>
          <p:nvPr/>
        </p:nvSpPr>
        <p:spPr>
          <a:xfrm>
            <a:off x="796442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{{#F165}}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A50B0BC4-E062-B29B-4DC5-3AEA8DF2F317}"/>
              </a:ext>
            </a:extLst>
          </p:cNvPr>
          <p:cNvSpPr txBox="1"/>
          <p:nvPr/>
        </p:nvSpPr>
        <p:spPr>
          <a:xfrm>
            <a:off x="796442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{{#F166}}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A70C3DE9-80A9-F2E8-2657-178F8D354B40}"/>
              </a:ext>
            </a:extLst>
          </p:cNvPr>
          <p:cNvSpPr txBox="1"/>
          <p:nvPr/>
        </p:nvSpPr>
        <p:spPr>
          <a:xfrm>
            <a:off x="1084478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{{#F167}}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959B7741-65AC-2906-F879-1D098493A890}"/>
              </a:ext>
            </a:extLst>
          </p:cNvPr>
          <p:cNvSpPr txBox="1"/>
          <p:nvPr/>
        </p:nvSpPr>
        <p:spPr>
          <a:xfrm>
            <a:off x="1084478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{{#F168}}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C7E48AB0-0EAF-469B-111D-3E85511CCDBC}"/>
              </a:ext>
            </a:extLst>
          </p:cNvPr>
          <p:cNvSpPr txBox="1"/>
          <p:nvPr/>
        </p:nvSpPr>
        <p:spPr>
          <a:xfrm>
            <a:off x="3557224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{{#F169}}</a:t>
            </a:r>
          </a:p>
        </p:txBody>
      </p:sp>
      <p:sp>
        <p:nvSpPr>
          <p:cNvPr id="149" name="Rectángulo: esquinas redondeadas 148">
            <a:extLst>
              <a:ext uri="{FF2B5EF4-FFF2-40B4-BE49-F238E27FC236}">
                <a16:creationId xmlns:a16="http://schemas.microsoft.com/office/drawing/2014/main" id="{484EDE0C-5562-BA82-8D21-160840CA3D12}"/>
              </a:ext>
            </a:extLst>
          </p:cNvPr>
          <p:cNvSpPr/>
          <p:nvPr/>
        </p:nvSpPr>
        <p:spPr>
          <a:xfrm>
            <a:off x="2510426" y="4597531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1" name="CuadroTexto 150">
            <a:extLst>
              <a:ext uri="{FF2B5EF4-FFF2-40B4-BE49-F238E27FC236}">
                <a16:creationId xmlns:a16="http://schemas.microsoft.com/office/drawing/2014/main" id="{15BB15D5-5021-DFE7-C878-3EE80E034C6C}"/>
              </a:ext>
            </a:extLst>
          </p:cNvPr>
          <p:cNvSpPr txBox="1"/>
          <p:nvPr/>
        </p:nvSpPr>
        <p:spPr>
          <a:xfrm>
            <a:off x="2459258" y="4602048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u="sng" dirty="0">
                <a:solidFill>
                  <a:srgbClr val="000000"/>
                </a:solidFill>
                <a:latin typeface="Abadi ExtraLight" panose="020B0204020104020204" pitchFamily="34" charset="0"/>
              </a:rPr>
              <a:t>{{#F180}}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57" name="Rectángulo: esquinas redondeadas 156">
            <a:extLst>
              <a:ext uri="{FF2B5EF4-FFF2-40B4-BE49-F238E27FC236}">
                <a16:creationId xmlns:a16="http://schemas.microsoft.com/office/drawing/2014/main" id="{2FC04A6D-02D9-F533-6A33-AEF93EE73B9D}"/>
              </a:ext>
            </a:extLst>
          </p:cNvPr>
          <p:cNvSpPr/>
          <p:nvPr/>
        </p:nvSpPr>
        <p:spPr>
          <a:xfrm>
            <a:off x="5199549" y="4595544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9" name="CuadroTexto 158">
            <a:extLst>
              <a:ext uri="{FF2B5EF4-FFF2-40B4-BE49-F238E27FC236}">
                <a16:creationId xmlns:a16="http://schemas.microsoft.com/office/drawing/2014/main" id="{97D1C1FE-51EF-C220-7813-FD46680FC792}"/>
              </a:ext>
            </a:extLst>
          </p:cNvPr>
          <p:cNvSpPr txBox="1"/>
          <p:nvPr/>
        </p:nvSpPr>
        <p:spPr>
          <a:xfrm>
            <a:off x="5148381" y="4600061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{{#F181}}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65" name="Rectángulo: esquinas redondeadas 164">
            <a:extLst>
              <a:ext uri="{FF2B5EF4-FFF2-40B4-BE49-F238E27FC236}">
                <a16:creationId xmlns:a16="http://schemas.microsoft.com/office/drawing/2014/main" id="{268F6DDC-AE1D-11A6-F7FA-111E5DDD875B}"/>
              </a:ext>
            </a:extLst>
          </p:cNvPr>
          <p:cNvSpPr/>
          <p:nvPr/>
        </p:nvSpPr>
        <p:spPr>
          <a:xfrm>
            <a:off x="7628546" y="4568862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7" name="CuadroTexto 166">
            <a:extLst>
              <a:ext uri="{FF2B5EF4-FFF2-40B4-BE49-F238E27FC236}">
                <a16:creationId xmlns:a16="http://schemas.microsoft.com/office/drawing/2014/main" id="{B41113BD-279F-9D8F-CE45-5F3EF8034ED3}"/>
              </a:ext>
            </a:extLst>
          </p:cNvPr>
          <p:cNvSpPr txBox="1"/>
          <p:nvPr/>
        </p:nvSpPr>
        <p:spPr>
          <a:xfrm>
            <a:off x="7577378" y="4573379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u="sng" dirty="0">
                <a:solidFill>
                  <a:srgbClr val="000000"/>
                </a:solidFill>
                <a:latin typeface="Abadi ExtraLight" panose="020B0204020104020204" pitchFamily="34" charset="0"/>
              </a:rPr>
              <a:t>{{#F182}}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506DC1-7B6A-1884-A46C-B0266BEAF61F}"/>
              </a:ext>
            </a:extLst>
          </p:cNvPr>
          <p:cNvSpPr txBox="1"/>
          <p:nvPr/>
        </p:nvSpPr>
        <p:spPr>
          <a:xfrm>
            <a:off x="2561181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{{#F183}}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FE5D793-DE89-00C3-61B7-BA17627449BA}"/>
              </a:ext>
            </a:extLst>
          </p:cNvPr>
          <p:cNvSpPr txBox="1"/>
          <p:nvPr/>
        </p:nvSpPr>
        <p:spPr>
          <a:xfrm>
            <a:off x="3522575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{{#F170}}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A5C4644-18E4-2BBE-4EF6-6199056338C1}"/>
              </a:ext>
            </a:extLst>
          </p:cNvPr>
          <p:cNvSpPr txBox="1"/>
          <p:nvPr/>
        </p:nvSpPr>
        <p:spPr>
          <a:xfrm>
            <a:off x="2526532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{{#F184}}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93C4DA4-3775-00E1-9E20-19D3C83FC6D3}"/>
              </a:ext>
            </a:extLst>
          </p:cNvPr>
          <p:cNvSpPr txBox="1"/>
          <p:nvPr/>
        </p:nvSpPr>
        <p:spPr>
          <a:xfrm>
            <a:off x="6230241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dirty="0">
                <a:solidFill>
                  <a:schemeClr val="accent3">
                    <a:lumMod val="50000"/>
                  </a:schemeClr>
                </a:solidFill>
                <a:latin typeface="Century Gothic" panose="020B0502020202020204" pitchFamily="34" charset="0"/>
              </a:rPr>
              <a:t>{{#F171}}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0ED4BD9-F022-B2F8-7BD9-11182D989948}"/>
              </a:ext>
            </a:extLst>
          </p:cNvPr>
          <p:cNvSpPr txBox="1"/>
          <p:nvPr/>
        </p:nvSpPr>
        <p:spPr>
          <a:xfrm>
            <a:off x="5234198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{{#F185}}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D62101E-9B4D-DD64-3746-EC7DE3EAF034}"/>
              </a:ext>
            </a:extLst>
          </p:cNvPr>
          <p:cNvSpPr txBox="1"/>
          <p:nvPr/>
        </p:nvSpPr>
        <p:spPr>
          <a:xfrm>
            <a:off x="6195592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{{#F172}}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DD8428-82F8-AE4E-CB4D-396DE41C5C25}"/>
              </a:ext>
            </a:extLst>
          </p:cNvPr>
          <p:cNvSpPr txBox="1"/>
          <p:nvPr/>
        </p:nvSpPr>
        <p:spPr>
          <a:xfrm>
            <a:off x="5199549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{{#F186}}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E38184E-537D-5EA3-4808-85524703325E}"/>
              </a:ext>
            </a:extLst>
          </p:cNvPr>
          <p:cNvSpPr txBox="1"/>
          <p:nvPr/>
        </p:nvSpPr>
        <p:spPr>
          <a:xfrm>
            <a:off x="8756658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{{#F173}}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CE00EB5-63D6-A469-E495-BD6BC5A84372}"/>
              </a:ext>
            </a:extLst>
          </p:cNvPr>
          <p:cNvSpPr txBox="1"/>
          <p:nvPr/>
        </p:nvSpPr>
        <p:spPr>
          <a:xfrm>
            <a:off x="7760615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{{#F187}}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70ECB276-4A8D-BA03-05EF-11CE35A512D0}"/>
              </a:ext>
            </a:extLst>
          </p:cNvPr>
          <p:cNvSpPr txBox="1"/>
          <p:nvPr/>
        </p:nvSpPr>
        <p:spPr>
          <a:xfrm>
            <a:off x="8722009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{{#F174}}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7B3C905-16F0-501D-79C4-65C1BAF651FD}"/>
              </a:ext>
            </a:extLst>
          </p:cNvPr>
          <p:cNvSpPr txBox="1"/>
          <p:nvPr/>
        </p:nvSpPr>
        <p:spPr>
          <a:xfrm>
            <a:off x="7725966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{{#F188}}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00" name="Rectángulo: esquinas redondeadas 35">
            <a:extLst>
              <a:ext uri="{FF2B5EF4-FFF2-40B4-BE49-F238E27FC236}">
                <a16:creationId xmlns:a16="http://schemas.microsoft.com/office/drawing/2014/main" id="{17A6E80F-E83C-04BF-05E3-6C8431E9574F}"/>
              </a:ext>
            </a:extLst>
          </p:cNvPr>
          <p:cNvSpPr/>
          <p:nvPr/>
        </p:nvSpPr>
        <p:spPr>
          <a:xfrm>
            <a:off x="39319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0" name="CuadroTexto 39">
            <a:extLst>
              <a:ext uri="{FF2B5EF4-FFF2-40B4-BE49-F238E27FC236}">
                <a16:creationId xmlns:a16="http://schemas.microsoft.com/office/drawing/2014/main" id="{C0372FCA-12E0-00B0-20E3-CA3DFE19E5DD}"/>
              </a:ext>
            </a:extLst>
          </p:cNvPr>
          <p:cNvSpPr txBox="1"/>
          <p:nvPr/>
        </p:nvSpPr>
        <p:spPr>
          <a:xfrm>
            <a:off x="43891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{{#F189}}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1" name="Rectángulo: esquinas redondeadas 35">
            <a:extLst>
              <a:ext uri="{FF2B5EF4-FFF2-40B4-BE49-F238E27FC236}">
                <a16:creationId xmlns:a16="http://schemas.microsoft.com/office/drawing/2014/main" id="{17A6E80F-E83C-04BF-05E3-6C8431E9574F}"/>
              </a:ext>
            </a:extLst>
          </p:cNvPr>
          <p:cNvSpPr/>
          <p:nvPr/>
        </p:nvSpPr>
        <p:spPr>
          <a:xfrm>
            <a:off x="327355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1" name="CuadroTexto 39">
            <a:extLst>
              <a:ext uri="{FF2B5EF4-FFF2-40B4-BE49-F238E27FC236}">
                <a16:creationId xmlns:a16="http://schemas.microsoft.com/office/drawing/2014/main" id="{C0372FCA-12E0-00B0-20E3-CA3DFE19E5DD}"/>
              </a:ext>
            </a:extLst>
          </p:cNvPr>
          <p:cNvSpPr txBox="1"/>
          <p:nvPr/>
        </p:nvSpPr>
        <p:spPr>
          <a:xfrm>
            <a:off x="331927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{{#F190}}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2" name="Rectángulo: esquinas redondeadas 35">
            <a:extLst>
              <a:ext uri="{FF2B5EF4-FFF2-40B4-BE49-F238E27FC236}">
                <a16:creationId xmlns:a16="http://schemas.microsoft.com/office/drawing/2014/main" id="{17A6E80F-E83C-04BF-05E3-6C8431E9574F}"/>
              </a:ext>
            </a:extLst>
          </p:cNvPr>
          <p:cNvSpPr/>
          <p:nvPr/>
        </p:nvSpPr>
        <p:spPr>
          <a:xfrm>
            <a:off x="615391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CuadroTexto 39">
            <a:extLst>
              <a:ext uri="{FF2B5EF4-FFF2-40B4-BE49-F238E27FC236}">
                <a16:creationId xmlns:a16="http://schemas.microsoft.com/office/drawing/2014/main" id="{C0372FCA-12E0-00B0-20E3-CA3DFE19E5DD}"/>
              </a:ext>
            </a:extLst>
          </p:cNvPr>
          <p:cNvSpPr txBox="1"/>
          <p:nvPr/>
        </p:nvSpPr>
        <p:spPr>
          <a:xfrm>
            <a:off x="619963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{{#F191}}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3" name="Rectángulo: esquinas redondeadas 35">
            <a:extLst>
              <a:ext uri="{FF2B5EF4-FFF2-40B4-BE49-F238E27FC236}">
                <a16:creationId xmlns:a16="http://schemas.microsoft.com/office/drawing/2014/main" id="{17A6E80F-E83C-04BF-05E3-6C8431E9574F}"/>
              </a:ext>
            </a:extLst>
          </p:cNvPr>
          <p:cNvSpPr/>
          <p:nvPr/>
        </p:nvSpPr>
        <p:spPr>
          <a:xfrm>
            <a:off x="903427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3" name="CuadroTexto 39">
            <a:extLst>
              <a:ext uri="{FF2B5EF4-FFF2-40B4-BE49-F238E27FC236}">
                <a16:creationId xmlns:a16="http://schemas.microsoft.com/office/drawing/2014/main" id="{C0372FCA-12E0-00B0-20E3-CA3DFE19E5DD}"/>
              </a:ext>
            </a:extLst>
          </p:cNvPr>
          <p:cNvSpPr txBox="1"/>
          <p:nvPr/>
        </p:nvSpPr>
        <p:spPr>
          <a:xfrm>
            <a:off x="907999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{{#F192}}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93" name="Lineas 1093">
            <a:extLst>
              <a:ext uri="{FF2B5EF4-FFF2-40B4-BE49-F238E27FC236}">
                <a16:creationId xmlns:a16="http://schemas.microsoft.com/office/drawing/2014/main" id="{B63E2792-6AF6-56E3-0D5E-3C4DAA9FAED3}"/>
              </a:ext>
            </a:extLst>
          </p:cNvPr>
          <p:cNvSpPr txBox="1"/>
          <p:nvPr/>
        </p:nvSpPr>
        <p:spPr>
          <a:xfrm>
            <a:off x="94183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{{#F193}}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94" name="Lineas 1094">
            <a:extLst>
              <a:ext uri="{FF2B5EF4-FFF2-40B4-BE49-F238E27FC236}">
                <a16:creationId xmlns:a16="http://schemas.microsoft.com/office/drawing/2014/main" id="{B63E2792-6AF6-56E3-0D5E-3C4DAA9FAED3}"/>
              </a:ext>
            </a:extLst>
          </p:cNvPr>
          <p:cNvSpPr txBox="1"/>
          <p:nvPr/>
        </p:nvSpPr>
        <p:spPr>
          <a:xfrm>
            <a:off x="3822191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{{#F194}}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95" name="Lineas 1095">
            <a:extLst>
              <a:ext uri="{FF2B5EF4-FFF2-40B4-BE49-F238E27FC236}">
                <a16:creationId xmlns:a16="http://schemas.microsoft.com/office/drawing/2014/main" id="{B63E2792-6AF6-56E3-0D5E-3C4DAA9FAED3}"/>
              </a:ext>
            </a:extLst>
          </p:cNvPr>
          <p:cNvSpPr txBox="1"/>
          <p:nvPr/>
        </p:nvSpPr>
        <p:spPr>
          <a:xfrm>
            <a:off x="670255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{{#F195}}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96" name="Lineas 1096">
            <a:extLst>
              <a:ext uri="{FF2B5EF4-FFF2-40B4-BE49-F238E27FC236}">
                <a16:creationId xmlns:a16="http://schemas.microsoft.com/office/drawing/2014/main" id="{B63E2792-6AF6-56E3-0D5E-3C4DAA9FAED3}"/>
              </a:ext>
            </a:extLst>
          </p:cNvPr>
          <p:cNvSpPr txBox="1"/>
          <p:nvPr/>
        </p:nvSpPr>
        <p:spPr>
          <a:xfrm>
            <a:off x="958291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{{#F196}}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54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E0918-4258-828B-69B1-4D5A91171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042A56DC-113D-9A3C-E07D-1902F5CC03C1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1" u="none" strike="noStrike" kern="1200" cap="none" spc="0" normalizeH="0" baseline="0" noProof="0" dirty="0">
                <a:ln>
                  <a:noFill/>
                </a:ln>
                <a:solidFill>
                  <a:srgbClr val="12781C"/>
                </a:solidFill>
                <a:effectLst/>
                <a:uLnTx/>
                <a:uFillTx/>
                <a:latin typeface="Candara"/>
                <a:ea typeface="Candara"/>
                <a:cs typeface="Candara"/>
                <a:sym typeface="Candara"/>
              </a:rPr>
              <a:t>{{#F211}}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278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6DF2727-7363-21CE-12CD-4A1142E02B7A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5A2858B-7CB9-892E-E974-58CD40AD0E09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upo 83">
            <a:extLst>
              <a:ext uri="{FF2B5EF4-FFF2-40B4-BE49-F238E27FC236}">
                <a16:creationId xmlns:a16="http://schemas.microsoft.com/office/drawing/2014/main" id="{C51F7E82-3008-E443-85D1-C963CDA1B3E8}"/>
              </a:ext>
            </a:extLst>
          </p:cNvPr>
          <p:cNvGrpSpPr/>
          <p:nvPr/>
        </p:nvGrpSpPr>
        <p:grpSpPr>
          <a:xfrm>
            <a:off x="167760" y="1140498"/>
            <a:ext cx="11874960" cy="2058984"/>
            <a:chOff x="1370069" y="477937"/>
            <a:chExt cx="11955655" cy="2058984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F438C868-836C-0890-1B88-A43DA9F741AA}"/>
                </a:ext>
              </a:extLst>
            </p:cNvPr>
            <p:cNvGrpSpPr/>
            <p:nvPr/>
          </p:nvGrpSpPr>
          <p:grpSpPr>
            <a:xfrm>
              <a:off x="1609917" y="974420"/>
              <a:ext cx="2851128" cy="1562501"/>
              <a:chOff x="7463089" y="3264605"/>
              <a:chExt cx="2851128" cy="2108812"/>
            </a:xfrm>
          </p:grpSpPr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281F495-B2ED-AD3D-238A-37F7D6D17AE0}"/>
                </a:ext>
              </a:extLst>
            </p:cNvPr>
            <p:cNvSpPr txBox="1"/>
            <p:nvPr/>
          </p:nvSpPr>
          <p:spPr>
            <a:xfrm>
              <a:off x="1370069" y="477937"/>
              <a:ext cx="11955655" cy="369332"/>
            </a:xfrm>
            <a:prstGeom prst="rect">
              <a:avLst/>
            </a:prstGeom>
            <a:solidFill>
              <a:srgbClr val="3FC9C9">
                <a:alpha val="29804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b="1" dirty="0">
                  <a:solidFill>
                    <a:prstClr val="black"/>
                  </a:solidFill>
                  <a:latin typeface="Calibri" panose="020F0502020204030204"/>
                </a:rPr>
                <a:t>{{#F212}}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A1DAAC-4F8A-B8A2-E92A-33A1CFEA88AB}"/>
              </a:ext>
            </a:extLst>
          </p:cNvPr>
          <p:cNvSpPr txBox="1"/>
          <p:nvPr/>
        </p:nvSpPr>
        <p:spPr>
          <a:xfrm>
            <a:off x="94770" y="3508264"/>
            <a:ext cx="3957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strike="noStrike" kern="1200" cap="none" spc="0" normalizeH="0" baseline="0" noProof="0" dirty="0">
                <a:solidFill>
                  <a:srgbClr val="000000"/>
                </a:solidFill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{{#F213}}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BB88AB4-4AD5-C51F-6209-D4B5FBDFBC12}"/>
              </a:ext>
            </a:extLst>
          </p:cNvPr>
          <p:cNvSpPr txBox="1"/>
          <p:nvPr/>
        </p:nvSpPr>
        <p:spPr>
          <a:xfrm>
            <a:off x="198975" y="3993855"/>
            <a:ext cx="11726189" cy="378599"/>
          </a:xfrm>
          <a:prstGeom prst="rect">
            <a:avLst/>
          </a:prstGeom>
          <a:solidFill>
            <a:srgbClr val="30984E">
              <a:alpha val="30196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prstClr val="black"/>
                </a:solidFill>
                <a:latin typeface="Calibri" panose="020F0502020204030204"/>
              </a:rPr>
              <a:t>{{#F214}}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08615C0-6F23-B9C2-FC21-3BB63190605D}"/>
              </a:ext>
            </a:extLst>
          </p:cNvPr>
          <p:cNvSpPr txBox="1"/>
          <p:nvPr/>
        </p:nvSpPr>
        <p:spPr>
          <a:xfrm>
            <a:off x="119555" y="6319747"/>
            <a:ext cx="4772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strike="noStrike" kern="1200" cap="none" spc="0" normalizeH="0" baseline="0" noProof="0" dirty="0">
                <a:solidFill>
                  <a:srgbClr val="000000"/>
                </a:solidFill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{{#F215}}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1411DB53-B1E6-1270-3C2B-02D7177B8A2F}"/>
              </a:ext>
            </a:extLst>
          </p:cNvPr>
          <p:cNvSpPr txBox="1"/>
          <p:nvPr/>
        </p:nvSpPr>
        <p:spPr>
          <a:xfrm>
            <a:off x="220370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{{#F197}}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52B3F7BF-DE85-95B6-463B-C184AE38886C}"/>
              </a:ext>
            </a:extLst>
          </p:cNvPr>
          <p:cNvSpPr txBox="1"/>
          <p:nvPr/>
        </p:nvSpPr>
        <p:spPr>
          <a:xfrm>
            <a:off x="220370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{{#F198}}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9A694F48-321F-73A6-31DE-E8F2A174FBA9}"/>
              </a:ext>
            </a:extLst>
          </p:cNvPr>
          <p:cNvSpPr txBox="1"/>
          <p:nvPr/>
        </p:nvSpPr>
        <p:spPr>
          <a:xfrm>
            <a:off x="508406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{{#F199}}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B6598955-BA15-7978-9559-AE34FC0B19AA}"/>
              </a:ext>
            </a:extLst>
          </p:cNvPr>
          <p:cNvSpPr txBox="1"/>
          <p:nvPr/>
        </p:nvSpPr>
        <p:spPr>
          <a:xfrm>
            <a:off x="508406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{{#F200}}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C757FE4D-2293-D201-9D0E-B7525BF8DB78}"/>
              </a:ext>
            </a:extLst>
          </p:cNvPr>
          <p:cNvSpPr txBox="1"/>
          <p:nvPr/>
        </p:nvSpPr>
        <p:spPr>
          <a:xfrm>
            <a:off x="796442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{{#F201}}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6F4FA86F-E551-9FC2-7C58-4DA45DB99655}"/>
              </a:ext>
            </a:extLst>
          </p:cNvPr>
          <p:cNvSpPr txBox="1"/>
          <p:nvPr/>
        </p:nvSpPr>
        <p:spPr>
          <a:xfrm>
            <a:off x="796442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{{#F202}}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00DB02EC-101B-0E64-F59A-20CFB7ABBF9B}"/>
              </a:ext>
            </a:extLst>
          </p:cNvPr>
          <p:cNvSpPr txBox="1"/>
          <p:nvPr/>
        </p:nvSpPr>
        <p:spPr>
          <a:xfrm>
            <a:off x="1084478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{{#F203}}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BB3B5325-DD2A-C001-DF7E-5E9B21134587}"/>
              </a:ext>
            </a:extLst>
          </p:cNvPr>
          <p:cNvSpPr txBox="1"/>
          <p:nvPr/>
        </p:nvSpPr>
        <p:spPr>
          <a:xfrm>
            <a:off x="1084478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{{#F204}}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B392A63-53D4-CB26-64F0-9971F7365B18}"/>
              </a:ext>
            </a:extLst>
          </p:cNvPr>
          <p:cNvSpPr txBox="1"/>
          <p:nvPr/>
        </p:nvSpPr>
        <p:spPr>
          <a:xfrm>
            <a:off x="3557224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{{#F205}}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8C276A5-2CDD-7F9F-BA24-223848E9D9B6}"/>
              </a:ext>
            </a:extLst>
          </p:cNvPr>
          <p:cNvSpPr/>
          <p:nvPr/>
        </p:nvSpPr>
        <p:spPr>
          <a:xfrm>
            <a:off x="2510426" y="4597531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EC561C2-6A6F-F60B-AE0C-F8AE78A4D623}"/>
              </a:ext>
            </a:extLst>
          </p:cNvPr>
          <p:cNvSpPr txBox="1"/>
          <p:nvPr/>
        </p:nvSpPr>
        <p:spPr>
          <a:xfrm>
            <a:off x="2459258" y="4602048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u="sng" dirty="0">
                <a:solidFill>
                  <a:srgbClr val="000000"/>
                </a:solidFill>
                <a:latin typeface="Abadi ExtraLight" panose="020B0204020104020204" pitchFamily="34" charset="0"/>
              </a:rPr>
              <a:t>{{#F216}}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423ED36-276A-E4DB-C944-27904DCD1620}"/>
              </a:ext>
            </a:extLst>
          </p:cNvPr>
          <p:cNvSpPr/>
          <p:nvPr/>
        </p:nvSpPr>
        <p:spPr>
          <a:xfrm>
            <a:off x="5199549" y="4595544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C5B7FE5-8CF1-88DF-CAD5-2DC7BDEE279B}"/>
              </a:ext>
            </a:extLst>
          </p:cNvPr>
          <p:cNvSpPr txBox="1"/>
          <p:nvPr/>
        </p:nvSpPr>
        <p:spPr>
          <a:xfrm>
            <a:off x="5148381" y="4600061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{{#F217}}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49349E6-DECD-91B9-3A23-F584587D556C}"/>
              </a:ext>
            </a:extLst>
          </p:cNvPr>
          <p:cNvSpPr/>
          <p:nvPr/>
        </p:nvSpPr>
        <p:spPr>
          <a:xfrm>
            <a:off x="7628546" y="4568862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9D750C2-72D2-9A11-2B61-72854ABEA64C}"/>
              </a:ext>
            </a:extLst>
          </p:cNvPr>
          <p:cNvSpPr txBox="1"/>
          <p:nvPr/>
        </p:nvSpPr>
        <p:spPr>
          <a:xfrm>
            <a:off x="7577378" y="4573379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u="sng" dirty="0">
                <a:solidFill>
                  <a:srgbClr val="000000"/>
                </a:solidFill>
                <a:latin typeface="Abadi ExtraLight" panose="020B0204020104020204" pitchFamily="34" charset="0"/>
              </a:rPr>
              <a:t>{{#F218}}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415CD02-524B-9093-5C84-12C7E4B5E921}"/>
              </a:ext>
            </a:extLst>
          </p:cNvPr>
          <p:cNvSpPr txBox="1"/>
          <p:nvPr/>
        </p:nvSpPr>
        <p:spPr>
          <a:xfrm>
            <a:off x="2561181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{{#F219}}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7BD0DA-0CB1-6B0C-4495-7EB866BB9D91}"/>
              </a:ext>
            </a:extLst>
          </p:cNvPr>
          <p:cNvSpPr txBox="1"/>
          <p:nvPr/>
        </p:nvSpPr>
        <p:spPr>
          <a:xfrm>
            <a:off x="3522575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{{#F206}}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AA4DE07-9577-8DC0-1187-B1ABEAB5D02E}"/>
              </a:ext>
            </a:extLst>
          </p:cNvPr>
          <p:cNvSpPr txBox="1"/>
          <p:nvPr/>
        </p:nvSpPr>
        <p:spPr>
          <a:xfrm>
            <a:off x="2526532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{{#F220}}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206A0E0-7600-F4F4-3C06-CEFC775135DB}"/>
              </a:ext>
            </a:extLst>
          </p:cNvPr>
          <p:cNvSpPr txBox="1"/>
          <p:nvPr/>
        </p:nvSpPr>
        <p:spPr>
          <a:xfrm>
            <a:off x="6230241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{{#F207}}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3651574-7EA5-F183-0785-4F16FC513921}"/>
              </a:ext>
            </a:extLst>
          </p:cNvPr>
          <p:cNvSpPr txBox="1"/>
          <p:nvPr/>
        </p:nvSpPr>
        <p:spPr>
          <a:xfrm>
            <a:off x="5234198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{{#F221}}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F97198A-D0D3-6279-6AE5-F1F7B9857BA0}"/>
              </a:ext>
            </a:extLst>
          </p:cNvPr>
          <p:cNvSpPr txBox="1"/>
          <p:nvPr/>
        </p:nvSpPr>
        <p:spPr>
          <a:xfrm>
            <a:off x="6195592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{{#F208}}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DEE472A-5FD0-EEAB-16C8-6F2520C128EE}"/>
              </a:ext>
            </a:extLst>
          </p:cNvPr>
          <p:cNvSpPr txBox="1"/>
          <p:nvPr/>
        </p:nvSpPr>
        <p:spPr>
          <a:xfrm>
            <a:off x="5199549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{{#F222}}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31B5CA2-51B5-E82A-7179-A895E81F19FD}"/>
              </a:ext>
            </a:extLst>
          </p:cNvPr>
          <p:cNvSpPr txBox="1"/>
          <p:nvPr/>
        </p:nvSpPr>
        <p:spPr>
          <a:xfrm>
            <a:off x="8756658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{{#F209}}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7B23018-F51C-76E4-BE86-E42C75CDE10C}"/>
              </a:ext>
            </a:extLst>
          </p:cNvPr>
          <p:cNvSpPr txBox="1"/>
          <p:nvPr/>
        </p:nvSpPr>
        <p:spPr>
          <a:xfrm>
            <a:off x="7760615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{{#F223}}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60F3BC8-031D-6635-FE12-7CCCDD0EB7DA}"/>
              </a:ext>
            </a:extLst>
          </p:cNvPr>
          <p:cNvSpPr txBox="1"/>
          <p:nvPr/>
        </p:nvSpPr>
        <p:spPr>
          <a:xfrm>
            <a:off x="8722009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{{#F210}}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16C8134-BD2C-403E-D746-BF3CC28FA180}"/>
              </a:ext>
            </a:extLst>
          </p:cNvPr>
          <p:cNvSpPr txBox="1"/>
          <p:nvPr/>
        </p:nvSpPr>
        <p:spPr>
          <a:xfrm>
            <a:off x="7725966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{{#F224}}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00" name="Rectángulo: esquinas redondeadas 35">
            <a:extLst>
              <a:ext uri="{FF2B5EF4-FFF2-40B4-BE49-F238E27FC236}">
                <a16:creationId xmlns:a16="http://schemas.microsoft.com/office/drawing/2014/main" id="{F3375CD1-9B75-8D4C-DA5F-649587334227}"/>
              </a:ext>
            </a:extLst>
          </p:cNvPr>
          <p:cNvSpPr/>
          <p:nvPr/>
        </p:nvSpPr>
        <p:spPr>
          <a:xfrm>
            <a:off x="39319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0" name="CuadroTexto 39">
            <a:extLst>
              <a:ext uri="{FF2B5EF4-FFF2-40B4-BE49-F238E27FC236}">
                <a16:creationId xmlns:a16="http://schemas.microsoft.com/office/drawing/2014/main" id="{324166F1-1C35-FCC9-0477-D28BA1CA2477}"/>
              </a:ext>
            </a:extLst>
          </p:cNvPr>
          <p:cNvSpPr txBox="1"/>
          <p:nvPr/>
        </p:nvSpPr>
        <p:spPr>
          <a:xfrm>
            <a:off x="43891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{{#F225}}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1" name="Rectángulo: esquinas redondeadas 35">
            <a:extLst>
              <a:ext uri="{FF2B5EF4-FFF2-40B4-BE49-F238E27FC236}">
                <a16:creationId xmlns:a16="http://schemas.microsoft.com/office/drawing/2014/main" id="{F3375CD1-9B75-8D4C-DA5F-649587334227}"/>
              </a:ext>
            </a:extLst>
          </p:cNvPr>
          <p:cNvSpPr/>
          <p:nvPr/>
        </p:nvSpPr>
        <p:spPr>
          <a:xfrm>
            <a:off x="327355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1" name="CuadroTexto 39">
            <a:extLst>
              <a:ext uri="{FF2B5EF4-FFF2-40B4-BE49-F238E27FC236}">
                <a16:creationId xmlns:a16="http://schemas.microsoft.com/office/drawing/2014/main" id="{324166F1-1C35-FCC9-0477-D28BA1CA2477}"/>
              </a:ext>
            </a:extLst>
          </p:cNvPr>
          <p:cNvSpPr txBox="1"/>
          <p:nvPr/>
        </p:nvSpPr>
        <p:spPr>
          <a:xfrm>
            <a:off x="331927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{{#F226}}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2" name="Rectángulo: esquinas redondeadas 35">
            <a:extLst>
              <a:ext uri="{FF2B5EF4-FFF2-40B4-BE49-F238E27FC236}">
                <a16:creationId xmlns:a16="http://schemas.microsoft.com/office/drawing/2014/main" id="{F3375CD1-9B75-8D4C-DA5F-649587334227}"/>
              </a:ext>
            </a:extLst>
          </p:cNvPr>
          <p:cNvSpPr/>
          <p:nvPr/>
        </p:nvSpPr>
        <p:spPr>
          <a:xfrm>
            <a:off x="615391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CuadroTexto 39">
            <a:extLst>
              <a:ext uri="{FF2B5EF4-FFF2-40B4-BE49-F238E27FC236}">
                <a16:creationId xmlns:a16="http://schemas.microsoft.com/office/drawing/2014/main" id="{324166F1-1C35-FCC9-0477-D28BA1CA2477}"/>
              </a:ext>
            </a:extLst>
          </p:cNvPr>
          <p:cNvSpPr txBox="1"/>
          <p:nvPr/>
        </p:nvSpPr>
        <p:spPr>
          <a:xfrm>
            <a:off x="619963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{{#F227}}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3" name="Rectángulo: esquinas redondeadas 35">
            <a:extLst>
              <a:ext uri="{FF2B5EF4-FFF2-40B4-BE49-F238E27FC236}">
                <a16:creationId xmlns:a16="http://schemas.microsoft.com/office/drawing/2014/main" id="{F3375CD1-9B75-8D4C-DA5F-649587334227}"/>
              </a:ext>
            </a:extLst>
          </p:cNvPr>
          <p:cNvSpPr/>
          <p:nvPr/>
        </p:nvSpPr>
        <p:spPr>
          <a:xfrm>
            <a:off x="903427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3" name="CuadroTexto 39">
            <a:extLst>
              <a:ext uri="{FF2B5EF4-FFF2-40B4-BE49-F238E27FC236}">
                <a16:creationId xmlns:a16="http://schemas.microsoft.com/office/drawing/2014/main" id="{324166F1-1C35-FCC9-0477-D28BA1CA2477}"/>
              </a:ext>
            </a:extLst>
          </p:cNvPr>
          <p:cNvSpPr txBox="1"/>
          <p:nvPr/>
        </p:nvSpPr>
        <p:spPr>
          <a:xfrm>
            <a:off x="907999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{{#F228}}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29" name="Lineas 1129">
            <a:extLst>
              <a:ext uri="{FF2B5EF4-FFF2-40B4-BE49-F238E27FC236}">
                <a16:creationId xmlns:a16="http://schemas.microsoft.com/office/drawing/2014/main" id="{1411DB53-B1E6-1270-3C2B-02D7177B8A2F}"/>
              </a:ext>
            </a:extLst>
          </p:cNvPr>
          <p:cNvSpPr txBox="1"/>
          <p:nvPr/>
        </p:nvSpPr>
        <p:spPr>
          <a:xfrm>
            <a:off x="94183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{{#F229}}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30" name="Lineas 1130">
            <a:extLst>
              <a:ext uri="{FF2B5EF4-FFF2-40B4-BE49-F238E27FC236}">
                <a16:creationId xmlns:a16="http://schemas.microsoft.com/office/drawing/2014/main" id="{1411DB53-B1E6-1270-3C2B-02D7177B8A2F}"/>
              </a:ext>
            </a:extLst>
          </p:cNvPr>
          <p:cNvSpPr txBox="1"/>
          <p:nvPr/>
        </p:nvSpPr>
        <p:spPr>
          <a:xfrm>
            <a:off x="3822191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{{#F230}}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31" name="Lineas 1131">
            <a:extLst>
              <a:ext uri="{FF2B5EF4-FFF2-40B4-BE49-F238E27FC236}">
                <a16:creationId xmlns:a16="http://schemas.microsoft.com/office/drawing/2014/main" id="{1411DB53-B1E6-1270-3C2B-02D7177B8A2F}"/>
              </a:ext>
            </a:extLst>
          </p:cNvPr>
          <p:cNvSpPr txBox="1"/>
          <p:nvPr/>
        </p:nvSpPr>
        <p:spPr>
          <a:xfrm>
            <a:off x="670255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{{#F231}}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32" name="Lineas 1132">
            <a:extLst>
              <a:ext uri="{FF2B5EF4-FFF2-40B4-BE49-F238E27FC236}">
                <a16:creationId xmlns:a16="http://schemas.microsoft.com/office/drawing/2014/main" id="{1411DB53-B1E6-1270-3C2B-02D7177B8A2F}"/>
              </a:ext>
            </a:extLst>
          </p:cNvPr>
          <p:cNvSpPr txBox="1"/>
          <p:nvPr/>
        </p:nvSpPr>
        <p:spPr>
          <a:xfrm>
            <a:off x="958291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{{#F232}}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61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B2ABF-4F3E-11E3-D4ED-A15B7335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57723195-65BD-71C3-AD1C-68AE78C5C4E8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000" b="1" i="1" u="none" strike="noStrike" kern="1200" cap="none" spc="0" normalizeH="0" baseline="0" noProof="0" dirty="0">
                <a:ln>
                  <a:noFill/>
                </a:ln>
                <a:solidFill>
                  <a:srgbClr val="12781C"/>
                </a:solidFill>
                <a:effectLst/>
                <a:uLnTx/>
                <a:uFillTx/>
                <a:latin typeface="Candara"/>
                <a:ea typeface="Candara"/>
                <a:cs typeface="Candara"/>
                <a:sym typeface="Candara"/>
              </a:rPr>
              <a:t>{{#F247}}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12781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1AD1547-7504-5DD6-6B5E-DC15FAE1D913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3057027-2D2E-5070-E026-2A894FE42FF4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upo 83">
            <a:extLst>
              <a:ext uri="{FF2B5EF4-FFF2-40B4-BE49-F238E27FC236}">
                <a16:creationId xmlns:a16="http://schemas.microsoft.com/office/drawing/2014/main" id="{330A8EC6-1F2B-57F5-E858-36B8DC437255}"/>
              </a:ext>
            </a:extLst>
          </p:cNvPr>
          <p:cNvGrpSpPr/>
          <p:nvPr/>
        </p:nvGrpSpPr>
        <p:grpSpPr>
          <a:xfrm>
            <a:off x="170880" y="1117263"/>
            <a:ext cx="11874960" cy="2058984"/>
            <a:chOff x="1370069" y="477937"/>
            <a:chExt cx="11955655" cy="2058984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C4B07F24-0B92-3D18-B21C-790E80F63CE2}"/>
                </a:ext>
              </a:extLst>
            </p:cNvPr>
            <p:cNvGrpSpPr/>
            <p:nvPr/>
          </p:nvGrpSpPr>
          <p:grpSpPr>
            <a:xfrm>
              <a:off x="1609917" y="974420"/>
              <a:ext cx="2851128" cy="1562501"/>
              <a:chOff x="7463089" y="3264605"/>
              <a:chExt cx="2851128" cy="2108812"/>
            </a:xfrm>
          </p:grpSpPr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F0B0C65-A089-42EE-941D-A46BE746F2E5}"/>
                </a:ext>
              </a:extLst>
            </p:cNvPr>
            <p:cNvSpPr txBox="1"/>
            <p:nvPr/>
          </p:nvSpPr>
          <p:spPr>
            <a:xfrm>
              <a:off x="1370069" y="477937"/>
              <a:ext cx="11955655" cy="369332"/>
            </a:xfrm>
            <a:prstGeom prst="rect">
              <a:avLst/>
            </a:prstGeom>
            <a:solidFill>
              <a:srgbClr val="3FC9C9">
                <a:alpha val="29804"/>
              </a:srgbClr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s-MX" b="1" dirty="0">
                  <a:solidFill>
                    <a:prstClr val="black"/>
                  </a:solidFill>
                  <a:latin typeface="Calibri" panose="020F0502020204030204"/>
                </a:rPr>
                <a:t>{{#F248}}</a:t>
              </a:r>
              <a:endParaRPr kumimoji="0" lang="es-PE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D39F0D9-8ED2-0DCA-D116-0333ACD6990E}"/>
              </a:ext>
            </a:extLst>
          </p:cNvPr>
          <p:cNvSpPr txBox="1"/>
          <p:nvPr/>
        </p:nvSpPr>
        <p:spPr>
          <a:xfrm>
            <a:off x="94770" y="3508264"/>
            <a:ext cx="39655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strike="noStrike" kern="1200" cap="none" spc="0" normalizeH="0" baseline="0" noProof="0" dirty="0">
                <a:solidFill>
                  <a:srgbClr val="000000"/>
                </a:solidFill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{{#F249}}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4D75B9-6129-5344-DC4F-FCC27668DDB5}"/>
              </a:ext>
            </a:extLst>
          </p:cNvPr>
          <p:cNvSpPr txBox="1"/>
          <p:nvPr/>
        </p:nvSpPr>
        <p:spPr>
          <a:xfrm>
            <a:off x="198975" y="3993855"/>
            <a:ext cx="11726189" cy="378599"/>
          </a:xfrm>
          <a:prstGeom prst="rect">
            <a:avLst/>
          </a:prstGeom>
          <a:solidFill>
            <a:srgbClr val="30984E">
              <a:alpha val="30196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prstClr val="black"/>
                </a:solidFill>
                <a:latin typeface="Calibri" panose="020F0502020204030204"/>
              </a:rPr>
              <a:t>{{#F250}}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6C01B4D-EDCC-FF8A-74F6-383F20A3080D}"/>
              </a:ext>
            </a:extLst>
          </p:cNvPr>
          <p:cNvSpPr txBox="1"/>
          <p:nvPr/>
        </p:nvSpPr>
        <p:spPr>
          <a:xfrm>
            <a:off x="119555" y="6319747"/>
            <a:ext cx="47722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0" i="0" strike="noStrike" kern="1200" cap="none" spc="0" normalizeH="0" baseline="0" noProof="0" dirty="0">
                <a:solidFill>
                  <a:srgbClr val="000000"/>
                </a:solidFill>
                <a:ln>
                  <a:noFill/>
                </a:ln>
                <a:effectLst/>
                <a:uLnTx/>
                <a:uFillTx/>
                <a:latin typeface="Arial"/>
                <a:ea typeface="+mn-ea"/>
                <a:cs typeface="+mn-cs"/>
              </a:rPr>
              <a:t>{{#F251}}</a:t>
            </a:r>
            <a:endParaRPr kumimoji="0" lang="es-PE" sz="1400" b="0" i="0" u="none" strike="noStrike" kern="1200" cap="none" spc="0" normalizeH="0" baseline="0" noProof="0" dirty="0">
              <a:ln>
                <a:noFill/>
              </a:ln>
              <a:solidFill>
                <a:srgbClr val="5252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473DA5A5-E11C-DB40-DF4F-8F3A69757349}"/>
              </a:ext>
            </a:extLst>
          </p:cNvPr>
          <p:cNvSpPr txBox="1"/>
          <p:nvPr/>
        </p:nvSpPr>
        <p:spPr>
          <a:xfrm>
            <a:off x="220370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{{#F233}}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2C657C6E-E941-D093-CABD-9CE6501A3B4B}"/>
              </a:ext>
            </a:extLst>
          </p:cNvPr>
          <p:cNvSpPr txBox="1"/>
          <p:nvPr/>
        </p:nvSpPr>
        <p:spPr>
          <a:xfrm>
            <a:off x="220370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{{#F234}}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6528BF3D-C85F-2996-33A1-6208244E9AB7}"/>
              </a:ext>
            </a:extLst>
          </p:cNvPr>
          <p:cNvSpPr txBox="1"/>
          <p:nvPr/>
        </p:nvSpPr>
        <p:spPr>
          <a:xfrm>
            <a:off x="508406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{{#F235}}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E4226FB6-090B-33F2-90F0-E3E9D2BD7FD5}"/>
              </a:ext>
            </a:extLst>
          </p:cNvPr>
          <p:cNvSpPr txBox="1"/>
          <p:nvPr/>
        </p:nvSpPr>
        <p:spPr>
          <a:xfrm>
            <a:off x="508406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{{#F236}}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535722ED-34F4-9CD3-572F-8FD053043598}"/>
              </a:ext>
            </a:extLst>
          </p:cNvPr>
          <p:cNvSpPr txBox="1"/>
          <p:nvPr/>
        </p:nvSpPr>
        <p:spPr>
          <a:xfrm>
            <a:off x="796442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{{#F237}}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7" name="CuadroTexto 126">
            <a:extLst>
              <a:ext uri="{FF2B5EF4-FFF2-40B4-BE49-F238E27FC236}">
                <a16:creationId xmlns:a16="http://schemas.microsoft.com/office/drawing/2014/main" id="{CC638215-B4C1-A30F-219B-FAC93DEAC302}"/>
              </a:ext>
            </a:extLst>
          </p:cNvPr>
          <p:cNvSpPr txBox="1"/>
          <p:nvPr/>
        </p:nvSpPr>
        <p:spPr>
          <a:xfrm>
            <a:off x="796442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{{#F238}}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29" name="CuadroTexto 128">
            <a:extLst>
              <a:ext uri="{FF2B5EF4-FFF2-40B4-BE49-F238E27FC236}">
                <a16:creationId xmlns:a16="http://schemas.microsoft.com/office/drawing/2014/main" id="{28DFA3A0-4B18-E98D-BF53-A6CF78835A3E}"/>
              </a:ext>
            </a:extLst>
          </p:cNvPr>
          <p:cNvSpPr txBox="1"/>
          <p:nvPr/>
        </p:nvSpPr>
        <p:spPr>
          <a:xfrm>
            <a:off x="10844784" y="2075688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{{#F239}}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31" name="CuadroTexto 130">
            <a:extLst>
              <a:ext uri="{FF2B5EF4-FFF2-40B4-BE49-F238E27FC236}">
                <a16:creationId xmlns:a16="http://schemas.microsoft.com/office/drawing/2014/main" id="{1D90AF88-3ACC-A19D-4953-DA1437DF3DAE}"/>
              </a:ext>
            </a:extLst>
          </p:cNvPr>
          <p:cNvSpPr txBox="1"/>
          <p:nvPr/>
        </p:nvSpPr>
        <p:spPr>
          <a:xfrm>
            <a:off x="10844784" y="2414016"/>
            <a:ext cx="932688" cy="292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{{#F240}}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6A71E7-B20D-E47A-78AB-5594180B6208}"/>
              </a:ext>
            </a:extLst>
          </p:cNvPr>
          <p:cNvSpPr txBox="1"/>
          <p:nvPr/>
        </p:nvSpPr>
        <p:spPr>
          <a:xfrm>
            <a:off x="3557224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{{#F241}}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A0A96AC-F150-AE44-6134-1DBACA4B70D4}"/>
              </a:ext>
            </a:extLst>
          </p:cNvPr>
          <p:cNvSpPr/>
          <p:nvPr/>
        </p:nvSpPr>
        <p:spPr>
          <a:xfrm>
            <a:off x="2510426" y="4597531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4C24535-1CD7-239D-B7F4-30F3DAFA58B8}"/>
              </a:ext>
            </a:extLst>
          </p:cNvPr>
          <p:cNvSpPr txBox="1"/>
          <p:nvPr/>
        </p:nvSpPr>
        <p:spPr>
          <a:xfrm>
            <a:off x="2459258" y="4602048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u="sng" dirty="0">
                <a:solidFill>
                  <a:srgbClr val="000000"/>
                </a:solidFill>
                <a:latin typeface="Abadi ExtraLight" panose="020B0204020104020204" pitchFamily="34" charset="0"/>
              </a:rPr>
              <a:t>{{#F252}}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E32E798-226F-B0AA-CD4D-840BB4702AEB}"/>
              </a:ext>
            </a:extLst>
          </p:cNvPr>
          <p:cNvSpPr/>
          <p:nvPr/>
        </p:nvSpPr>
        <p:spPr>
          <a:xfrm>
            <a:off x="5199549" y="4595544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9DF2559-F17C-05CA-1206-BA52482A990B}"/>
              </a:ext>
            </a:extLst>
          </p:cNvPr>
          <p:cNvSpPr txBox="1"/>
          <p:nvPr/>
        </p:nvSpPr>
        <p:spPr>
          <a:xfrm>
            <a:off x="5148381" y="4600061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{{#F253}}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75FA3B1-7353-88D4-2D11-3C7CD6B8A902}"/>
              </a:ext>
            </a:extLst>
          </p:cNvPr>
          <p:cNvSpPr/>
          <p:nvPr/>
        </p:nvSpPr>
        <p:spPr>
          <a:xfrm>
            <a:off x="7628546" y="4568862"/>
            <a:ext cx="2129136" cy="148711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3E27F9E-AA4D-76A8-C0CA-EFC348C245AC}"/>
              </a:ext>
            </a:extLst>
          </p:cNvPr>
          <p:cNvSpPr txBox="1"/>
          <p:nvPr/>
        </p:nvSpPr>
        <p:spPr>
          <a:xfrm>
            <a:off x="7577378" y="4573379"/>
            <a:ext cx="2257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400" u="sng" dirty="0">
                <a:solidFill>
                  <a:srgbClr val="000000"/>
                </a:solidFill>
                <a:latin typeface="Abadi ExtraLight" panose="020B0204020104020204" pitchFamily="34" charset="0"/>
              </a:rPr>
              <a:t>{{#F254}}</a:t>
            </a:r>
            <a:endParaRPr kumimoji="0" lang="es-PE" sz="14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C43FF60-3FA3-8FF0-6F75-F565EF3229AE}"/>
              </a:ext>
            </a:extLst>
          </p:cNvPr>
          <p:cNvSpPr txBox="1"/>
          <p:nvPr/>
        </p:nvSpPr>
        <p:spPr>
          <a:xfrm>
            <a:off x="2561181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{{#F255}}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7DA5E19-3BE6-52B6-0257-696A6B3EE6E8}"/>
              </a:ext>
            </a:extLst>
          </p:cNvPr>
          <p:cNvSpPr txBox="1"/>
          <p:nvPr/>
        </p:nvSpPr>
        <p:spPr>
          <a:xfrm>
            <a:off x="3522575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{{#F242}}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001189B-B529-1B15-2480-9672BE01679D}"/>
              </a:ext>
            </a:extLst>
          </p:cNvPr>
          <p:cNvSpPr txBox="1"/>
          <p:nvPr/>
        </p:nvSpPr>
        <p:spPr>
          <a:xfrm>
            <a:off x="2526532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{{#F256}}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A68B13B-076F-A17C-996E-C3B5CE958C6F}"/>
              </a:ext>
            </a:extLst>
          </p:cNvPr>
          <p:cNvSpPr txBox="1"/>
          <p:nvPr/>
        </p:nvSpPr>
        <p:spPr>
          <a:xfrm>
            <a:off x="6230241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{{#F243}}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9C00C8B-DCEC-F67E-93A9-7D8F3C35DE1B}"/>
              </a:ext>
            </a:extLst>
          </p:cNvPr>
          <p:cNvSpPr txBox="1"/>
          <p:nvPr/>
        </p:nvSpPr>
        <p:spPr>
          <a:xfrm>
            <a:off x="5234198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{{#F257}}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B32EA34C-2C56-9415-1437-00D038729422}"/>
              </a:ext>
            </a:extLst>
          </p:cNvPr>
          <p:cNvSpPr txBox="1"/>
          <p:nvPr/>
        </p:nvSpPr>
        <p:spPr>
          <a:xfrm>
            <a:off x="6195592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{{#F244}}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192EE2E-01C8-CDC3-B4A6-0EB41579135E}"/>
              </a:ext>
            </a:extLst>
          </p:cNvPr>
          <p:cNvSpPr txBox="1"/>
          <p:nvPr/>
        </p:nvSpPr>
        <p:spPr>
          <a:xfrm>
            <a:off x="5199549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{{#F258}}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EB13EDB4-9772-50DA-06CD-F982447B1960}"/>
              </a:ext>
            </a:extLst>
          </p:cNvPr>
          <p:cNvSpPr txBox="1"/>
          <p:nvPr/>
        </p:nvSpPr>
        <p:spPr>
          <a:xfrm>
            <a:off x="8756658" y="5033123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{{#F245}}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DCBF3C56-CAD4-CAC5-50D1-3446B59FFBF4}"/>
              </a:ext>
            </a:extLst>
          </p:cNvPr>
          <p:cNvSpPr txBox="1"/>
          <p:nvPr/>
        </p:nvSpPr>
        <p:spPr>
          <a:xfrm>
            <a:off x="7760615" y="5063901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{{#F259}}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59E88C8-68DC-2E44-4082-6AECCA55D6D4}"/>
              </a:ext>
            </a:extLst>
          </p:cNvPr>
          <p:cNvSpPr txBox="1"/>
          <p:nvPr/>
        </p:nvSpPr>
        <p:spPr>
          <a:xfrm>
            <a:off x="8722009" y="5402455"/>
            <a:ext cx="1117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PE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{{#F246}}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7041F79B-631E-C859-114A-1D6DA10C0ED6}"/>
              </a:ext>
            </a:extLst>
          </p:cNvPr>
          <p:cNvSpPr txBox="1"/>
          <p:nvPr/>
        </p:nvSpPr>
        <p:spPr>
          <a:xfrm>
            <a:off x="7725966" y="5433233"/>
            <a:ext cx="11174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{{#F260}}</a:t>
            </a:r>
            <a:endParaRPr kumimoji="0" lang="es-PE" sz="12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60000"/>
                  <a:lumOff val="40000"/>
                </a:schemeClr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00" name="Rectángulo: esquinas redondeadas 35">
            <a:extLst>
              <a:ext uri="{FF2B5EF4-FFF2-40B4-BE49-F238E27FC236}">
                <a16:creationId xmlns:a16="http://schemas.microsoft.com/office/drawing/2014/main" id="{5D0D2E24-514F-005E-A76D-C5827CD2B509}"/>
              </a:ext>
            </a:extLst>
          </p:cNvPr>
          <p:cNvSpPr/>
          <p:nvPr/>
        </p:nvSpPr>
        <p:spPr>
          <a:xfrm>
            <a:off x="39319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0" name="CuadroTexto 39">
            <a:extLst>
              <a:ext uri="{FF2B5EF4-FFF2-40B4-BE49-F238E27FC236}">
                <a16:creationId xmlns:a16="http://schemas.microsoft.com/office/drawing/2014/main" id="{4DE8C3BF-A787-F396-5938-585F87C9DFA0}"/>
              </a:ext>
            </a:extLst>
          </p:cNvPr>
          <p:cNvSpPr txBox="1"/>
          <p:nvPr/>
        </p:nvSpPr>
        <p:spPr>
          <a:xfrm>
            <a:off x="43891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{{#F261}}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1" name="Rectángulo: esquinas redondeadas 35">
            <a:extLst>
              <a:ext uri="{FF2B5EF4-FFF2-40B4-BE49-F238E27FC236}">
                <a16:creationId xmlns:a16="http://schemas.microsoft.com/office/drawing/2014/main" id="{5D0D2E24-514F-005E-A76D-C5827CD2B509}"/>
              </a:ext>
            </a:extLst>
          </p:cNvPr>
          <p:cNvSpPr/>
          <p:nvPr/>
        </p:nvSpPr>
        <p:spPr>
          <a:xfrm>
            <a:off x="327355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1" name="CuadroTexto 39">
            <a:extLst>
              <a:ext uri="{FF2B5EF4-FFF2-40B4-BE49-F238E27FC236}">
                <a16:creationId xmlns:a16="http://schemas.microsoft.com/office/drawing/2014/main" id="{4DE8C3BF-A787-F396-5938-585F87C9DFA0}"/>
              </a:ext>
            </a:extLst>
          </p:cNvPr>
          <p:cNvSpPr txBox="1"/>
          <p:nvPr/>
        </p:nvSpPr>
        <p:spPr>
          <a:xfrm>
            <a:off x="331927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{{#F262}}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2" name="Rectángulo: esquinas redondeadas 35">
            <a:extLst>
              <a:ext uri="{FF2B5EF4-FFF2-40B4-BE49-F238E27FC236}">
                <a16:creationId xmlns:a16="http://schemas.microsoft.com/office/drawing/2014/main" id="{5D0D2E24-514F-005E-A76D-C5827CD2B509}"/>
              </a:ext>
            </a:extLst>
          </p:cNvPr>
          <p:cNvSpPr/>
          <p:nvPr/>
        </p:nvSpPr>
        <p:spPr>
          <a:xfrm>
            <a:off x="615391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2" name="CuadroTexto 39">
            <a:extLst>
              <a:ext uri="{FF2B5EF4-FFF2-40B4-BE49-F238E27FC236}">
                <a16:creationId xmlns:a16="http://schemas.microsoft.com/office/drawing/2014/main" id="{4DE8C3BF-A787-F396-5938-585F87C9DFA0}"/>
              </a:ext>
            </a:extLst>
          </p:cNvPr>
          <p:cNvSpPr txBox="1"/>
          <p:nvPr/>
        </p:nvSpPr>
        <p:spPr>
          <a:xfrm>
            <a:off x="619963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{{#F263}}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803" name="Rectángulo: esquinas redondeadas 35">
            <a:extLst>
              <a:ext uri="{FF2B5EF4-FFF2-40B4-BE49-F238E27FC236}">
                <a16:creationId xmlns:a16="http://schemas.microsoft.com/office/drawing/2014/main" id="{5D0D2E24-514F-005E-A76D-C5827CD2B509}"/>
              </a:ext>
            </a:extLst>
          </p:cNvPr>
          <p:cNvSpPr/>
          <p:nvPr/>
        </p:nvSpPr>
        <p:spPr>
          <a:xfrm>
            <a:off x="9034272" y="1572768"/>
            <a:ext cx="2761488" cy="164592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P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3" name="CuadroTexto 39">
            <a:extLst>
              <a:ext uri="{FF2B5EF4-FFF2-40B4-BE49-F238E27FC236}">
                <a16:creationId xmlns:a16="http://schemas.microsoft.com/office/drawing/2014/main" id="{4DE8C3BF-A787-F396-5938-585F87C9DFA0}"/>
              </a:ext>
            </a:extLst>
          </p:cNvPr>
          <p:cNvSpPr txBox="1"/>
          <p:nvPr/>
        </p:nvSpPr>
        <p:spPr>
          <a:xfrm>
            <a:off x="9079992" y="1636776"/>
            <a:ext cx="2670048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{{#F264}}</a:t>
            </a:r>
            <a:endParaRPr kumimoji="0" lang="es-PE" sz="11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65" name="Lineas 1165">
            <a:extLst>
              <a:ext uri="{FF2B5EF4-FFF2-40B4-BE49-F238E27FC236}">
                <a16:creationId xmlns:a16="http://schemas.microsoft.com/office/drawing/2014/main" id="{473DA5A5-E11C-DB40-DF4F-8F3A69757349}"/>
              </a:ext>
            </a:extLst>
          </p:cNvPr>
          <p:cNvSpPr txBox="1"/>
          <p:nvPr/>
        </p:nvSpPr>
        <p:spPr>
          <a:xfrm>
            <a:off x="94183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{{#F265}}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66" name="Lineas 1166">
            <a:extLst>
              <a:ext uri="{FF2B5EF4-FFF2-40B4-BE49-F238E27FC236}">
                <a16:creationId xmlns:a16="http://schemas.microsoft.com/office/drawing/2014/main" id="{473DA5A5-E11C-DB40-DF4F-8F3A69757349}"/>
              </a:ext>
            </a:extLst>
          </p:cNvPr>
          <p:cNvSpPr txBox="1"/>
          <p:nvPr/>
        </p:nvSpPr>
        <p:spPr>
          <a:xfrm>
            <a:off x="3822191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{{#F266}}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67" name="Lineas 1167">
            <a:extLst>
              <a:ext uri="{FF2B5EF4-FFF2-40B4-BE49-F238E27FC236}">
                <a16:creationId xmlns:a16="http://schemas.microsoft.com/office/drawing/2014/main" id="{473DA5A5-E11C-DB40-DF4F-8F3A69757349}"/>
              </a:ext>
            </a:extLst>
          </p:cNvPr>
          <p:cNvSpPr txBox="1"/>
          <p:nvPr/>
        </p:nvSpPr>
        <p:spPr>
          <a:xfrm>
            <a:off x="670255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{{#F267}}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sp>
        <p:nvSpPr>
          <p:cNvPr id="1168" name="Lineas 1168">
            <a:extLst>
              <a:ext uri="{FF2B5EF4-FFF2-40B4-BE49-F238E27FC236}">
                <a16:creationId xmlns:a16="http://schemas.microsoft.com/office/drawing/2014/main" id="{473DA5A5-E11C-DB40-DF4F-8F3A69757349}"/>
              </a:ext>
            </a:extLst>
          </p:cNvPr>
          <p:cNvSpPr txBox="1"/>
          <p:nvPr/>
        </p:nvSpPr>
        <p:spPr>
          <a:xfrm>
            <a:off x="9582912" y="1956816"/>
            <a:ext cx="1280160" cy="1188720"/>
          </a:xfrm>
          <a:prstGeom prst="rect">
            <a:avLst/>
          </a:prstGeom>
          <a:noFill/>
        </p:spPr>
        <p:txBody>
          <a:bodyPr wrap="none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b="1" dirty="0">
                <a:solidFill>
                  <a:srgbClr val="000000"/>
                </a:solidFill>
                <a:latin typeface="Abadi ExtraLight" panose="020B0204020104020204" pitchFamily="34" charset="0"/>
              </a:rPr>
              <a:t>{{#F268}}</a:t>
            </a:r>
            <a:endParaRPr kumimoji="0" lang="es-PE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56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1E468-181D-2202-681B-20676AB1F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21;p55">
            <a:extLst>
              <a:ext uri="{FF2B5EF4-FFF2-40B4-BE49-F238E27FC236}">
                <a16:creationId xmlns:a16="http://schemas.microsoft.com/office/drawing/2014/main" id="{57D10C46-BD83-0B2D-4BF4-57D4A5A1EAAE}"/>
              </a:ext>
            </a:extLst>
          </p:cNvPr>
          <p:cNvSpPr txBox="1"/>
          <p:nvPr/>
        </p:nvSpPr>
        <p:spPr>
          <a:xfrm>
            <a:off x="225354" y="220232"/>
            <a:ext cx="11966646" cy="51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defRPr/>
            </a:pPr>
            <a:r>
              <a:rPr lang="es-MX" sz="2000" b="1" i="1" dirty="0">
                <a:solidFill>
                  <a:srgbClr val="12781C"/>
                </a:solidFill>
                <a:latin typeface="Candara"/>
                <a:ea typeface="Candara"/>
                <a:cs typeface="Candara"/>
                <a:sym typeface="Candara"/>
              </a:rPr>
              <a:t>{{#F271}}</a:t>
            </a:r>
            <a:endParaRPr lang="en-US" kern="0" dirty="0">
              <a:solidFill>
                <a:srgbClr val="12781C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C11993B-F5CB-D298-7E87-BE863111D315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FA911E9B-AE8F-781A-EDEF-E7F92319247A}"/>
              </a:ext>
            </a:extLst>
          </p:cNvPr>
          <p:cNvCxnSpPr/>
          <p:nvPr/>
        </p:nvCxnSpPr>
        <p:spPr>
          <a:xfrm>
            <a:off x="225354" y="662392"/>
            <a:ext cx="11700000" cy="0"/>
          </a:xfrm>
          <a:prstGeom prst="line">
            <a:avLst/>
          </a:prstGeom>
          <a:ln w="12700">
            <a:solidFill>
              <a:srgbClr val="6F3B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84164EB9-8425-5B1D-8641-92B58482B882}"/>
              </a:ext>
            </a:extLst>
          </p:cNvPr>
          <p:cNvSpPr/>
          <p:nvPr/>
        </p:nvSpPr>
        <p:spPr>
          <a:xfrm>
            <a:off x="225354" y="1562716"/>
            <a:ext cx="629652" cy="5186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B2DCCE-579A-9322-7D8D-51F6904B2031}"/>
              </a:ext>
            </a:extLst>
          </p:cNvPr>
          <p:cNvSpPr txBox="1"/>
          <p:nvPr/>
        </p:nvSpPr>
        <p:spPr>
          <a:xfrm>
            <a:off x="2786722" y="950726"/>
            <a:ext cx="5924141" cy="400110"/>
          </a:xfrm>
          <a:prstGeom prst="rect">
            <a:avLst/>
          </a:prstGeom>
          <a:solidFill>
            <a:srgbClr val="D9E6F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MX" sz="200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{{#F270}}</a:t>
            </a:r>
            <a:endParaRPr lang="es-PE" sz="200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F0596C7-B752-E117-D9D9-52C0F0129840}"/>
              </a:ext>
            </a:extLst>
          </p:cNvPr>
          <p:cNvGrpSpPr/>
          <p:nvPr/>
        </p:nvGrpSpPr>
        <p:grpSpPr>
          <a:xfrm>
            <a:off x="4043763" y="1822021"/>
            <a:ext cx="3410058" cy="1351645"/>
            <a:chOff x="886404" y="1719660"/>
            <a:chExt cx="3567496" cy="1471410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42B7479D-F35F-68C2-46E4-D2E78549ED82}"/>
                </a:ext>
              </a:extLst>
            </p:cNvPr>
            <p:cNvSpPr/>
            <p:nvPr/>
          </p:nvSpPr>
          <p:spPr>
            <a:xfrm>
              <a:off x="886405" y="1719660"/>
              <a:ext cx="3567495" cy="1471410"/>
            </a:xfrm>
            <a:prstGeom prst="roundRect">
              <a:avLst/>
            </a:prstGeom>
            <a:solidFill>
              <a:srgbClr val="D9E6F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6BAD6CA-67C8-E747-0EA5-209AB136D50E}"/>
                </a:ext>
              </a:extLst>
            </p:cNvPr>
            <p:cNvCxnSpPr/>
            <p:nvPr/>
          </p:nvCxnSpPr>
          <p:spPr>
            <a:xfrm>
              <a:off x="886404" y="2164703"/>
              <a:ext cx="356749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CD18C5C5-988C-49A6-3370-02498ADCC0A8}"/>
                </a:ext>
              </a:extLst>
            </p:cNvPr>
            <p:cNvSpPr txBox="1"/>
            <p:nvPr/>
          </p:nvSpPr>
          <p:spPr>
            <a:xfrm>
              <a:off x="1490506" y="2354721"/>
              <a:ext cx="2359290" cy="703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{{#F269}}</a:t>
              </a:r>
              <a:endParaRPr lang="es-PE" sz="16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921CC012-0671-6EEA-5E41-51E5A1CEA6B6}"/>
                </a:ext>
              </a:extLst>
            </p:cNvPr>
            <p:cNvSpPr txBox="1"/>
            <p:nvPr/>
          </p:nvSpPr>
          <p:spPr>
            <a:xfrm>
              <a:off x="1605369" y="1785299"/>
              <a:ext cx="2164218" cy="402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 err="1">
                  <a:solidFill>
                    <a:schemeClr val="accent5">
                      <a:lumMod val="75000"/>
                    </a:schemeClr>
                  </a:solidFill>
                </a:rPr>
                <a:t>{{#F272}}</a:t>
              </a:r>
              <a:endParaRPr lang="es-PE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712" name="Imagen 3"/>
          <p:cNvSpPr/>
          <p:nvPr/>
        </p:nvSpPr>
        <p:spPr>
          <a:xfrm>
            <a:off x="2063343" y="3644889"/>
            <a:ext cx="7602047" cy="2152954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15875">
            <a:solidFill>
              <a:srgbClr val="A6A6A6"/>
            </a:solidFill>
            <a:prstDash val="dash"/>
          </a:ln>
        </p:spPr>
        <p:txBody>
          <a:bodyPr anchor="ctr"/>
          <a:lstStyle/>
          <a:p>
            <a:pPr algn="ctr"/>
            <a:r>
              <a:rPr lang="es-PE" sz="1600">
                <a:solidFill>
                  <a:srgbClr val="A6A6A6"/>
                </a:solidFill>
                <a:latin typeface="Arial"/>
              </a:rPr>
              <a:t>Imagen 3</a:t>
            </a:r>
          </a:p>
        </p:txBody>
      </p:sp>
    </p:spTree>
    <p:extLst>
      <p:ext uri="{BB962C8B-B14F-4D97-AF65-F5344CB8AC3E}">
        <p14:creationId xmlns:p14="http://schemas.microsoft.com/office/powerpoint/2010/main" val="676276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584200" y="1193800"/>
            <a:ext cx="4432300" cy="4457700"/>
          </a:xfrm>
          <a:prstGeom prst="rect">
            <a:avLst/>
          </a:prstGeom>
          <a:solidFill>
            <a:srgbClr val="D80A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333305" y="1341500"/>
            <a:ext cx="3525388" cy="4060699"/>
          </a:xfrm>
          <a:prstGeom prst="rect">
            <a:avLst/>
          </a:prstGeom>
        </p:spPr>
      </p:pic>
      <p:sp>
        <p:nvSpPr>
          <p:cNvPr id="11" name="Rectángulo 10"/>
          <p:cNvSpPr/>
          <p:nvPr/>
        </p:nvSpPr>
        <p:spPr>
          <a:xfrm>
            <a:off x="0" y="6473211"/>
            <a:ext cx="12192000" cy="384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prstClr val="white"/>
              </a:solidFill>
            </a:endParaRPr>
          </a:p>
        </p:txBody>
      </p:sp>
      <p:sp>
        <p:nvSpPr>
          <p:cNvPr id="12" name="Título 3"/>
          <p:cNvSpPr txBox="1">
            <a:spLocks/>
          </p:cNvSpPr>
          <p:nvPr/>
        </p:nvSpPr>
        <p:spPr>
          <a:xfrm>
            <a:off x="342447" y="6447811"/>
            <a:ext cx="6982277" cy="477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D80A0A"/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s-PE" sz="1600" b="0" dirty="0">
              <a:solidFill>
                <a:srgbClr val="525252">
                  <a:lumMod val="50000"/>
                </a:srgbClr>
              </a:solidFill>
              <a:latin typeface="Calibri Light" panose="020F0302020204030204"/>
            </a:endParaRPr>
          </a:p>
        </p:txBody>
      </p:sp>
      <p:pic>
        <p:nvPicPr>
          <p:cNvPr id="6146" name="Picture 2" descr="Resultado de imagen para logo faceboo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0" y="6553200"/>
            <a:ext cx="253386" cy="2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ítulo 3"/>
          <p:cNvSpPr txBox="1">
            <a:spLocks/>
          </p:cNvSpPr>
          <p:nvPr/>
        </p:nvSpPr>
        <p:spPr>
          <a:xfrm>
            <a:off x="9513887" y="6456776"/>
            <a:ext cx="962478" cy="477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D80A0A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MX" sz="1400" b="0" dirty="0" err="1">
                <a:solidFill>
                  <a:srgbClr val="525252">
                    <a:lumMod val="50000"/>
                  </a:srgbClr>
                </a:solidFill>
              </a:rPr>
              <a:t>{{#F273}}</a:t>
            </a:r>
            <a:endParaRPr lang="es-PE" sz="1400" b="0" dirty="0">
              <a:solidFill>
                <a:srgbClr val="525252">
                  <a:lumMod val="50000"/>
                </a:srgbClr>
              </a:solidFill>
              <a:latin typeface="Calibri Light" panose="020F0302020204030204"/>
            </a:endParaRPr>
          </a:p>
        </p:txBody>
      </p:sp>
      <p:sp>
        <p:nvSpPr>
          <p:cNvPr id="17" name="Título 3"/>
          <p:cNvSpPr txBox="1">
            <a:spLocks/>
          </p:cNvSpPr>
          <p:nvPr/>
        </p:nvSpPr>
        <p:spPr>
          <a:xfrm>
            <a:off x="10892343" y="6441154"/>
            <a:ext cx="1213932" cy="4774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D80A0A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MX" sz="1400" b="0" dirty="0">
                <a:solidFill>
                  <a:srgbClr val="525252">
                    <a:lumMod val="50000"/>
                  </a:srgbClr>
                </a:solidFill>
              </a:rPr>
              <a:t>{{#F274}}</a:t>
            </a:r>
            <a:endParaRPr lang="es-PE" sz="1400" b="0" dirty="0">
              <a:solidFill>
                <a:srgbClr val="525252">
                  <a:lumMod val="50000"/>
                </a:srgbClr>
              </a:solidFill>
              <a:latin typeface="Calibri Light" panose="020F0302020204030204"/>
            </a:endParaRPr>
          </a:p>
        </p:txBody>
      </p:sp>
      <p:pic>
        <p:nvPicPr>
          <p:cNvPr id="6148" name="Picture 4" descr="Resultado de imagen para logo web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3788" y="6553200"/>
            <a:ext cx="270953" cy="27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162729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Tema de Office">
  <a:themeElements>
    <a:clrScheme name="Personalizado 1">
      <a:dk1>
        <a:srgbClr val="D80A0A"/>
      </a:dk1>
      <a:lt1>
        <a:sysClr val="window" lastClr="FFFFFF"/>
      </a:lt1>
      <a:dk2>
        <a:srgbClr val="553C32"/>
      </a:dk2>
      <a:lt2>
        <a:srgbClr val="D7D2BE"/>
      </a:lt2>
      <a:accent1>
        <a:srgbClr val="968273"/>
      </a:accent1>
      <a:accent2>
        <a:srgbClr val="6F3B55"/>
      </a:accent2>
      <a:accent3>
        <a:srgbClr val="A5A5A5"/>
      </a:accent3>
      <a:accent4>
        <a:srgbClr val="D80A0A"/>
      </a:accent4>
      <a:accent5>
        <a:srgbClr val="525252"/>
      </a:accent5>
      <a:accent6>
        <a:srgbClr val="D7D2BE"/>
      </a:accent6>
      <a:hlink>
        <a:srgbClr val="D80A0A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17255</TotalTime>
  <Words>1054</Words>
  <Application>Microsoft Office PowerPoint</Application>
  <PresentationFormat>Panorámica</PresentationFormat>
  <Paragraphs>283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13</vt:i4>
      </vt:variant>
    </vt:vector>
  </HeadingPairs>
  <TitlesOfParts>
    <vt:vector size="25" baseType="lpstr">
      <vt:lpstr>맑은 고딕</vt:lpstr>
      <vt:lpstr>Abadi ExtraLight</vt:lpstr>
      <vt:lpstr>ADLaM Display</vt:lpstr>
      <vt:lpstr>Aptos Light</vt:lpstr>
      <vt:lpstr>Arial</vt:lpstr>
      <vt:lpstr>Calibri</vt:lpstr>
      <vt:lpstr>Calibri Light</vt:lpstr>
      <vt:lpstr>Candara</vt:lpstr>
      <vt:lpstr>Century Gothic</vt:lpstr>
      <vt:lpstr>Cover and End Slide Master</vt:lpstr>
      <vt:lpstr>2_Tema de Office</vt:lpstr>
      <vt:lpstr>Tema de Office</vt:lpstr>
      <vt:lpstr>Presentación de PowerPoint</vt:lpstr>
      <vt:lpstr>AVANCE DE CAMPAÑA ESPÁRRAGO - 2026</vt:lpstr>
      <vt:lpstr>Presentación de PowerPoint</vt:lpstr>
      <vt:lpstr>Presentación de PowerPoint</vt:lpstr>
      <vt:lpstr>Presentación de PowerPoint</vt:lpstr>
      <vt:lpstr>Presentación de PowerPoint</vt:lpstr>
      <vt:lpstr>INDICADORES DE LA SEMANA 41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William Junior Silva Acuña</dc:creator>
  <cp:lastModifiedBy>Johan Chinguel Peña</cp:lastModifiedBy>
  <cp:revision>112</cp:revision>
  <dcterms:created xsi:type="dcterms:W3CDTF">2024-04-24T16:13:00Z</dcterms:created>
  <dcterms:modified xsi:type="dcterms:W3CDTF">2026-10-14T20:20:13Z</dcterms:modified>
</cp:coreProperties>
</file>