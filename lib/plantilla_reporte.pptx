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{{#F28}}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{{#F30}}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{{#F31}}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{{#F34}}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{{#F37}}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100199" y="4374036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>
                      <a:solidFill>
                        <a:srgbClr val="FF0000"/>
                      </a:solidFill>
                    </a:rPr>
                    <a:t>{{#F8}}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914301" y="4860433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{{#F38}}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353061" y="5123291"/>
                  <a:ext cx="11004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{{#F9}}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{{#F39}}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970470" y="4382907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>
                      <a:solidFill>
                        <a:srgbClr val="FF0000"/>
                      </a:solidFill>
                      <a:latin typeface="Century Gothic" panose="020B0502020202020204" pitchFamily="34" charset="0"/>
                    </a:rPr>
                    <a:t>{{#F10}}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86092" y="4867051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7132373" y="5119369"/>
                  <a:ext cx="1247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873003" y="6240221"/>
                <a:ext cx="1817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{{#F44}}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2304129" y="6462401"/>
                <a:ext cx="938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9651" y="6221631"/>
                <a:ext cx="16670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9651" y="6479947"/>
                <a:ext cx="16511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{{#F48}}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6245474"/>
            <a:ext cx="11757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393631" y="1902464"/>
            <a:ext cx="180962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67683" y="1821817"/>
            <a:ext cx="178914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{{#F23}}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30621" y="2238501"/>
            <a:ext cx="1838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57569" y="2469023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39812" y="1817497"/>
            <a:ext cx="164996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02068" y="2188393"/>
            <a:ext cx="172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5998025" y="2453308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3715" y="1897481"/>
            <a:ext cx="1677260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{{#F123}}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{{#F124}}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{{#F126}}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{{#F129}}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{{#F130}}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{{#F131}}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5A905840-F337-18C6-9A92-077E720C05CA}"/>
                  </a:ext>
                </a:extLst>
              </p:cNvPr>
              <p:cNvSpPr/>
              <p:nvPr/>
            </p:nvSpPr>
            <p:spPr>
              <a:xfrm>
                <a:off x="7463089" y="3264605"/>
                <a:ext cx="2851128" cy="210881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98B1516F-935E-CA87-4D0D-879F6293A2A2}"/>
                  </a:ext>
                </a:extLst>
              </p:cNvPr>
              <p:cNvSpPr txBox="1"/>
              <p:nvPr/>
            </p:nvSpPr>
            <p:spPr>
              <a:xfrm>
                <a:off x="7501824" y="3427837"/>
                <a:ext cx="2642660" cy="35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ES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{{#F176}}</a:t>
                </a:r>
                <a:endParaRPr kumimoji="0" lang="es-PE" sz="11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{{#F178}}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{{#F180}}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368076" y="1613746"/>
            <a:ext cx="2531589" cy="156250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68076" y="1704726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3" name="Rectángulo: esquinas redondeadas 62">
            <a:extLst>
              <a:ext uri="{FF2B5EF4-FFF2-40B4-BE49-F238E27FC236}">
                <a16:creationId xmlns:a16="http://schemas.microsoft.com/office/drawing/2014/main" id="{527035BC-F1E3-15AF-8CA5-ED70E21DB4F6}"/>
              </a:ext>
            </a:extLst>
          </p:cNvPr>
          <p:cNvSpPr/>
          <p:nvPr/>
        </p:nvSpPr>
        <p:spPr>
          <a:xfrm>
            <a:off x="6087740" y="1614201"/>
            <a:ext cx="2531589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A8DBA888-E1B1-EE49-0431-7B31F01B93F5}"/>
              </a:ext>
            </a:extLst>
          </p:cNvPr>
          <p:cNvSpPr txBox="1"/>
          <p:nvPr/>
        </p:nvSpPr>
        <p:spPr>
          <a:xfrm>
            <a:off x="6087740" y="1705180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" name="Rectángulo: esquinas redondeadas 87">
            <a:extLst>
              <a:ext uri="{FF2B5EF4-FFF2-40B4-BE49-F238E27FC236}">
                <a16:creationId xmlns:a16="http://schemas.microsoft.com/office/drawing/2014/main" id="{76E6218C-1D95-20D6-E7E7-B51E8C3548CF}"/>
              </a:ext>
            </a:extLst>
          </p:cNvPr>
          <p:cNvSpPr/>
          <p:nvPr/>
        </p:nvSpPr>
        <p:spPr>
          <a:xfrm>
            <a:off x="8791762" y="1614005"/>
            <a:ext cx="2677434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CAF8756A-F07D-85F3-2046-512FC1CC17E1}"/>
              </a:ext>
            </a:extLst>
          </p:cNvPr>
          <p:cNvSpPr txBox="1"/>
          <p:nvPr/>
        </p:nvSpPr>
        <p:spPr>
          <a:xfrm>
            <a:off x="8791762" y="1704984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1970361" y="2184346"/>
            <a:ext cx="11280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1978283" y="2455353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4742384" y="2173111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4750306" y="2444118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594773" y="2189699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602695" y="2460706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401594" y="2238377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409516" y="2509384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{{#F185}}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{{#F190}}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{{#F191}}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{{#F192}}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457200" y="2212848"/>
            <a:ext cx="1499616" cy="9601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383280" y="1965960"/>
            <a:ext cx="135331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071616" y="1993392"/>
            <a:ext cx="1517904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8769096" y="1993392"/>
            <a:ext cx="162763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40102392-DCDB-8AF4-7776-23A9A6E840BF}"/>
                  </a:ext>
                </a:extLst>
              </p:cNvPr>
              <p:cNvSpPr/>
              <p:nvPr/>
            </p:nvSpPr>
            <p:spPr>
              <a:xfrm>
                <a:off x="7463089" y="3264605"/>
                <a:ext cx="2851128" cy="210881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5B7DB29E-33FE-5FDC-C352-7A1867AE6E39}"/>
                  </a:ext>
                </a:extLst>
              </p:cNvPr>
              <p:cNvSpPr txBox="1"/>
              <p:nvPr/>
            </p:nvSpPr>
            <p:spPr>
              <a:xfrm>
                <a:off x="7501824" y="3427837"/>
                <a:ext cx="2642660" cy="35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ES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{{#F212}}</a:t>
                </a:r>
                <a:endParaRPr kumimoji="0" lang="es-PE" sz="11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{{#F214}}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{{#F216}}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368076" y="1613746"/>
            <a:ext cx="2531589" cy="156250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68076" y="1704726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3" name="Rectángulo: esquinas redondeadas 62">
            <a:extLst>
              <a:ext uri="{FF2B5EF4-FFF2-40B4-BE49-F238E27FC236}">
                <a16:creationId xmlns:a16="http://schemas.microsoft.com/office/drawing/2014/main" id="{AD5577C9-FCA7-7488-C855-265A4B4B6B89}"/>
              </a:ext>
            </a:extLst>
          </p:cNvPr>
          <p:cNvSpPr/>
          <p:nvPr/>
        </p:nvSpPr>
        <p:spPr>
          <a:xfrm>
            <a:off x="6087740" y="1614201"/>
            <a:ext cx="2531589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FE6AABF8-4F18-B7A7-4D72-52D2EB0D8E1D}"/>
              </a:ext>
            </a:extLst>
          </p:cNvPr>
          <p:cNvSpPr txBox="1"/>
          <p:nvPr/>
        </p:nvSpPr>
        <p:spPr>
          <a:xfrm>
            <a:off x="6087740" y="1705180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" name="Rectángulo: esquinas redondeadas 87">
            <a:extLst>
              <a:ext uri="{FF2B5EF4-FFF2-40B4-BE49-F238E27FC236}">
                <a16:creationId xmlns:a16="http://schemas.microsoft.com/office/drawing/2014/main" id="{16D6E66A-E81B-CD0D-E71C-63F2A600827D}"/>
              </a:ext>
            </a:extLst>
          </p:cNvPr>
          <p:cNvSpPr/>
          <p:nvPr/>
        </p:nvSpPr>
        <p:spPr>
          <a:xfrm>
            <a:off x="8791762" y="1614005"/>
            <a:ext cx="2677434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FF3E048D-628D-2FBA-C4BF-77165343BEE3}"/>
              </a:ext>
            </a:extLst>
          </p:cNvPr>
          <p:cNvSpPr txBox="1"/>
          <p:nvPr/>
        </p:nvSpPr>
        <p:spPr>
          <a:xfrm>
            <a:off x="8791762" y="1704984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1970361" y="2184346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1978283" y="2455353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4742384" y="2173111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4750306" y="2444118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594773" y="2189699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602695" y="2460706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401594" y="2238377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409516" y="2509384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457200" y="2212848"/>
            <a:ext cx="1499616" cy="9601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383280" y="1965960"/>
            <a:ext cx="135331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071616" y="1993392"/>
            <a:ext cx="1517904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8769096" y="1993392"/>
            <a:ext cx="162763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A4F914-0912-F0E3-C947-A2C5F09E956D}"/>
                  </a:ext>
                </a:extLst>
              </p:cNvPr>
              <p:cNvSpPr/>
              <p:nvPr/>
            </p:nvSpPr>
            <p:spPr>
              <a:xfrm>
                <a:off x="7463089" y="3264605"/>
                <a:ext cx="2851128" cy="210881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91B01663-5DC1-9474-1370-454B1E2DD526}"/>
                  </a:ext>
                </a:extLst>
              </p:cNvPr>
              <p:cNvSpPr txBox="1"/>
              <p:nvPr/>
            </p:nvSpPr>
            <p:spPr>
              <a:xfrm>
                <a:off x="7501824" y="3427837"/>
                <a:ext cx="2642660" cy="35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ES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{{#F248}}</a:t>
                </a:r>
                <a:endParaRPr kumimoji="0" lang="es-PE" sz="11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{{#F250}}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{{#F252}}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368076" y="1613746"/>
            <a:ext cx="2531589" cy="156250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68076" y="1704726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3" name="Rectángulo: esquinas redondeadas 62">
            <a:extLst>
              <a:ext uri="{FF2B5EF4-FFF2-40B4-BE49-F238E27FC236}">
                <a16:creationId xmlns:a16="http://schemas.microsoft.com/office/drawing/2014/main" id="{E6D6B518-736B-2E4F-1662-0D978104D1FB}"/>
              </a:ext>
            </a:extLst>
          </p:cNvPr>
          <p:cNvSpPr/>
          <p:nvPr/>
        </p:nvSpPr>
        <p:spPr>
          <a:xfrm>
            <a:off x="6087740" y="1614201"/>
            <a:ext cx="2531589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6047D0CB-E250-FE02-7971-7846E61E5977}"/>
              </a:ext>
            </a:extLst>
          </p:cNvPr>
          <p:cNvSpPr txBox="1"/>
          <p:nvPr/>
        </p:nvSpPr>
        <p:spPr>
          <a:xfrm>
            <a:off x="6087740" y="1705180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" name="Rectángulo: esquinas redondeadas 87">
            <a:extLst>
              <a:ext uri="{FF2B5EF4-FFF2-40B4-BE49-F238E27FC236}">
                <a16:creationId xmlns:a16="http://schemas.microsoft.com/office/drawing/2014/main" id="{E4C4436E-290B-5F5D-2352-8454635580CF}"/>
              </a:ext>
            </a:extLst>
          </p:cNvPr>
          <p:cNvSpPr/>
          <p:nvPr/>
        </p:nvSpPr>
        <p:spPr>
          <a:xfrm>
            <a:off x="8791762" y="1614005"/>
            <a:ext cx="2677434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C6208B24-DB49-A41D-2C77-EB43F2B23C5C}"/>
              </a:ext>
            </a:extLst>
          </p:cNvPr>
          <p:cNvSpPr txBox="1"/>
          <p:nvPr/>
        </p:nvSpPr>
        <p:spPr>
          <a:xfrm>
            <a:off x="8791762" y="1704984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1970361" y="2184346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1978283" y="2455353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4742384" y="2173111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4750306" y="2444118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594773" y="2189699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602695" y="2460706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401594" y="2238377"/>
            <a:ext cx="11280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409516" y="2509384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457200" y="2212848"/>
            <a:ext cx="1499616" cy="9601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383280" y="1965960"/>
            <a:ext cx="135331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071616" y="1993392"/>
            <a:ext cx="1517904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8769096" y="1993392"/>
            <a:ext cx="162763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