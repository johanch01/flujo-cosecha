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479471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4964127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165262"/>
                  <a:ext cx="2024810" cy="219459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508826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4993514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194625"/>
                  <a:ext cx="2024805" cy="219459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288959"/>
                <a:ext cx="1757230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490107"/>
                <a:ext cx="1757191" cy="219459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267351"/>
                <a:ext cx="160030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468516"/>
                <a:ext cx="1600278" cy="219459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901183"/>
            <a:ext cx="1757225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37088"/>
            <a:ext cx="1738212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21712"/>
            <a:ext cx="1738178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522882"/>
            <a:ext cx="1738204" cy="219459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25452"/>
            <a:ext cx="1578000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10010"/>
            <a:ext cx="1577961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511190"/>
            <a:ext cx="1577999" cy="219459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884678"/>
            <a:ext cx="160026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{{#F126}}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{{#F122}}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{{#F123}}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{{#F130}}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{{#F131}}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{{#F124}}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