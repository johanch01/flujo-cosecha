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{{#F30}}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{{#F31}}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{{#F32}}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37743"/>
              <a:ext cx="1811357" cy="138987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7743"/>
              <a:ext cx="1651130" cy="1389857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{{#F35}}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{{#F38}}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{{#F39}}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680777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 b="0">
                      <a:solidFill>
                        <a:srgbClr val="FF0000"/>
                      </a:solidFill>
                      <a:latin typeface="Aptos Light"/>
                    </a:rPr>
                    <a:t>{{#F10}}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807745" y="4990096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6807740" y="5209520"/>
                  <a:ext cx="2024810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47628"/>
                <a:ext cx="2107617" cy="138984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755290" y="4487153"/>
                  <a:ext cx="2024738" cy="493801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 b="0">
                      <a:solidFill>
                        <a:srgbClr val="FF0000"/>
                      </a:solidFill>
                      <a:latin typeface="Aptos Light"/>
                    </a:rPr>
                    <a:t>{{#F12}}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55233" y="4990131"/>
                  <a:ext cx="2024756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{{#F42}}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6755226" y="5209530"/>
                  <a:ext cx="2024805" cy="228603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6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147555"/>
                <a:ext cx="2107617" cy="138984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908848" y="6289690"/>
                <a:ext cx="1757230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1908927" y="6509127"/>
                <a:ext cx="1757191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20941"/>
                <a:ext cx="1830330" cy="138987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15968"/>
                <a:ext cx="1673487" cy="1389896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323334" y="6284634"/>
                <a:ext cx="1600307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{{#F48}}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323333" y="6504087"/>
                <a:ext cx="1600278" cy="228603"/>
              </a:xfrm>
              <a:prstGeom prst="rect">
                <a:avLst/>
              </a:prstGeom>
              <a:noFill/>
            </p:spPr>
            <p:txBody>
              <a:bodyPr wrap="none" rtlCol="0" anchor="ctr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26073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926091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926102"/>
            <a:ext cx="1510029" cy="307777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5888736"/>
            <a:ext cx="11757193" cy="4754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{{#F23}}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417405" y="1883626"/>
            <a:ext cx="1757225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94201" y="1883634"/>
            <a:ext cx="1738212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94171" y="2386544"/>
            <a:ext cx="1738178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94145" y="2606002"/>
            <a:ext cx="1738204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79771" y="1883703"/>
            <a:ext cx="1578000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79791" y="2386546"/>
            <a:ext cx="1577961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6079773" y="2606015"/>
            <a:ext cx="1577999" cy="228603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301695" y="1883672"/>
            <a:ext cx="1600268" cy="4938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lang="es-ES" sz="3600" dirty="0" b="0">
                <a:solidFill>
                  <a:srgbClr val="FF0000"/>
                </a:solidFill>
                <a:latin typeface="Aptos Light"/>
              </a:rPr>
              <a:t>{{#F29}}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03" name="Imagen 1"/>
          <p:cNvSpPr/>
          <p:nvPr/>
        </p:nvSpPr>
        <p:spPr>
          <a:xfrm>
            <a:off x="8689086" y="3482766"/>
            <a:ext cx="3134197" cy="221961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1</a:t>
            </a: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{{#F100}}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1278625" y="131929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 anchor="ctr" lIns="0" rIns="0" tIns="0" bIns="0"/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{{#F101}}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{{#F102}}</a:t>
                </a: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1278619" y="579734"/>
              <a:ext cx="10294038" cy="36974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none" rtlCol="0" anchor="ctr" lIns="0" rIns="0" tIns="0" bIns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9659597" y="1302835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wrap="none" lIns="0" rIns="0" tIns="0" bIns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{{#F99}}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822962" y="3291878"/>
            <a:ext cx="165506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2697438" y="3291820"/>
            <a:ext cx="3456435" cy="310885"/>
          </a:xfrm>
          <a:prstGeom prst="rect">
            <a:avLst/>
          </a:prstGeom>
          <a:noFill/>
        </p:spPr>
        <p:txBody>
          <a:bodyPr wrap="none" rtlCol="0" anchor="ctr" lIns="0" rIns="0" tIns="0" bIns="0"/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85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{{#F107}}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{{#F108}}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{{#F109}}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{{#F110}}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5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5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{{#F113}}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{{#F114}}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2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1243584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3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1271016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{{#F116}}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4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1545336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{{#F117}}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5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1865376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6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2697480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7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2734056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{{#F119}}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68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2734056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{{#F120}}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69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2734056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0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4416552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1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4453128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2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4453128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{{#F123}}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3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4453128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4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6135624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5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6172200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{{#F125}}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6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6172200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{{#F126}}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77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6172200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78" name="Rectángulo: esquinas redondeadas 34">
            <a:extLst>
              <a:ext uri="{FF2B5EF4-FFF2-40B4-BE49-F238E27FC236}">
                <a16:creationId xmlns:a16="http://schemas.microsoft.com/office/drawing/2014/main" id="{2B70C59F-98ED-EC6B-75AD-D2C192A0D68A}"/>
              </a:ext>
            </a:extLst>
          </p:cNvPr>
          <p:cNvSpPr/>
          <p:nvPr/>
        </p:nvSpPr>
        <p:spPr>
          <a:xfrm>
            <a:off x="7854696" y="2276856"/>
            <a:ext cx="1600200" cy="9418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9" name="CuadroTexto 36">
            <a:extLst>
              <a:ext uri="{FF2B5EF4-FFF2-40B4-BE49-F238E27FC236}">
                <a16:creationId xmlns:a16="http://schemas.microsoft.com/office/drawing/2014/main" id="{20531A44-8D1B-BB9D-E3D9-412D741D758E}"/>
              </a:ext>
            </a:extLst>
          </p:cNvPr>
          <p:cNvSpPr txBox="1"/>
          <p:nvPr/>
        </p:nvSpPr>
        <p:spPr>
          <a:xfrm>
            <a:off x="7891271" y="2304288"/>
            <a:ext cx="1527048" cy="274320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{{#F128}}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0" name="CuadroTexto 38">
            <a:extLst>
              <a:ext uri="{FF2B5EF4-FFF2-40B4-BE49-F238E27FC236}">
                <a16:creationId xmlns:a16="http://schemas.microsoft.com/office/drawing/2014/main" id="{80D58F99-4594-0797-3844-6E9001ECE2CE}"/>
              </a:ext>
            </a:extLst>
          </p:cNvPr>
          <p:cNvSpPr txBox="1"/>
          <p:nvPr/>
        </p:nvSpPr>
        <p:spPr>
          <a:xfrm>
            <a:off x="7891271" y="2578608"/>
            <a:ext cx="1527048" cy="347472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400" dirty="0">
                <a:solidFill>
                  <a:srgbClr val="48BC65"/>
                </a:solidFill>
                <a:latin typeface="Century Gothic" panose="020B0502020202020204" pitchFamily="34" charset="0"/>
              </a:rPr>
              <a:t>{{#F129}}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81" name="CuadroTexto 40">
            <a:extLst>
              <a:ext uri="{FF2B5EF4-FFF2-40B4-BE49-F238E27FC236}">
                <a16:creationId xmlns:a16="http://schemas.microsoft.com/office/drawing/2014/main" id="{161EC9D4-1CC8-E356-0CC9-ECA014823FD8}"/>
              </a:ext>
            </a:extLst>
          </p:cNvPr>
          <p:cNvSpPr txBox="1"/>
          <p:nvPr/>
        </p:nvSpPr>
        <p:spPr>
          <a:xfrm>
            <a:off x="7891271" y="2898648"/>
            <a:ext cx="1527048" cy="292608"/>
          </a:xfrm>
          <a:prstGeom prst="rect">
            <a:avLst/>
          </a:prstGeom>
          <a:noFill/>
        </p:spPr>
        <p:txBody>
          <a:bodyPr wrap="none" rtlCol="0" anchor="ctr" lIns="0" rIns="0" t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{{#F143}}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{{#F144}}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{{#F131}}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{{#F140}}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{{#F132}}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{{#F141}}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{{#F146}}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{{#F147}}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{{#F134}}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{{#F135}}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{{#F148}}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{{#F149}}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{{#F136}}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{{#F142}}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{{#F137}}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{{#F150}}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{{#F151}}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{{#F152}}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{{#F138}}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{{#F139}}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{{#F153}}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{{#F154}}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{{#F155}}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{{#F156}}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{{#F157}}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706" name="Imagen 2"/>
          <p:cNvSpPr/>
          <p:nvPr/>
        </p:nvSpPr>
        <p:spPr>
          <a:xfrm>
            <a:off x="7238390" y="4193164"/>
            <a:ext cx="4278843" cy="1890796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2</a:t>
            </a: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{{#F158}}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{{#F159}}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{{#F164}}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{{#F162}}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{{#F163}}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{{#F160}}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{{#F165}}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{{#F161}}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{{#F166}}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{{#F169}}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{{#F175}}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{{#F178}}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{{#F193}}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{{#F194}}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{{#F197}}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{{#F179}}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{{#F187}}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{{#F201}}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{{#F188}}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{{#F202}}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{{#F189}}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{{#F203}}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{{#F190}}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{{#F204}}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{{#F191}}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{{#F205}}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{{#F192}}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{{#F206}}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{{#F209}}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1" name="Lineas 1111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2" name="Lineas 1112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3" name="Lineas 111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14" name="Lineas 111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{{#F229}}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{{#F230}}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{{#F233}}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{{#F223}}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{{#F235}}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{{#F237}}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{{#F224}}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{{#F238}}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{{#F225}}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{{#F239}}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{{#F226}}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{{#F240}}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{{#F227}}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{{#F241}}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{{#F228}}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{{#F242}}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7" name="Lineas 1147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8" name="Lineas 1148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49" name="Lineas 114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50" name="Lineas 115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{{#F265}}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{{#F266}}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{{#F269}}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{{#F259}}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{{#F272}}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{{#F273}}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{{#F260}}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{{#F274}}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{{#F261}}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{{#F275}}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{{#F262}}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{{#F276}}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{{#F263}}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{{#F277}}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{{#F264}}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{{#F278}}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{{#F279}}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{{#F282}}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3" name="Lineas 1183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4" name="Lineas 1184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5" name="Lineas 118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86" name="Lineas 118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{{#F286}}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{{#F289}}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{{#F288}}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{{#F287}}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{{#F290}}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712" name="Imagen 3"/>
          <p:cNvSpPr/>
          <p:nvPr/>
        </p:nvSpPr>
        <p:spPr>
          <a:xfrm>
            <a:off x="2063343" y="3644889"/>
            <a:ext cx="7602047" cy="2152954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5875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s-PE" sz="1600">
                <a:solidFill>
                  <a:srgbClr val="A6A6A6"/>
                </a:solidFill>
                <a:latin typeface="Arial"/>
              </a:rPr>
              <a:t>Imagen 3</a:t>
            </a:r>
          </a:p>
        </p:txBody>
      </p: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{{#F291}}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{{#F292}}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