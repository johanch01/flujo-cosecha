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37743"/>
              <a:ext cx="1811357" cy="13898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7743"/>
              <a:ext cx="1651130" cy="1389857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90096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09520"/>
                  <a:ext cx="2024810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47628"/>
                <a:ext cx="2107617" cy="13898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0131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09530"/>
                  <a:ext cx="2024805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147555"/>
                <a:ext cx="2107617" cy="138984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9690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09127"/>
                <a:ext cx="1757191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20941"/>
                <a:ext cx="1830330" cy="138987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15968"/>
                <a:ext cx="1673487" cy="138989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84634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04087"/>
                <a:ext cx="160027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26073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926091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926102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883626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83634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86544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606002"/>
            <a:ext cx="1738204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83703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86546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606015"/>
            <a:ext cx="1577999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3672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1278625" y="131929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{{#F101}}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{{#F102}}</a:t>
                </a: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1278619" y="579734"/>
              <a:ext cx="10294038" cy="36974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9659597" y="1302835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{{#F99}}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822962" y="3291878"/>
            <a:ext cx="165506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2697438" y="3291820"/>
            <a:ext cx="345643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85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{{#F107}}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{{#F108}}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{{#F110}}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{{#F113}}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{{#F114}}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2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3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{{#F116}}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4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{{#F117}}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5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6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7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{{#F119}}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8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{{#F120}}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9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{{#F123}}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{{#F125}}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{{#F126}}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{{#F128}}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{{#F129}}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8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{{#F143}}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{{#F144}}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{{#F131}}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{{#F140}}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{{#F132}}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{{#F141}}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{{#F147}}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{{#F134}}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{{#F135}}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{{#F148}}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{{#F149}}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{{#F136}}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{{#F142}}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{{#F137}}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{{#F150}}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{{#F151}}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{{#F152}}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{{#F138}}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{{#F139}}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{{#F153}}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{{#F155}}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{{#F156}}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{{#F157}}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{{#F158}}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{{#F159}}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{{#F164}}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{{#F162}}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{{#F163}}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{{#F160}}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{{#F165}}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{{#F161}}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{{#F166}}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{{#F193}}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{{#F194}}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{{#F179}}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{{#F187}}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{{#F188}}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{{#F189}}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{{#F190}}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{{#F191}}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{{#F192}}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1" name="Lineas 1111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2" name="Lineas 1112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3" name="Lineas 111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4" name="Lineas 111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{{#F229}}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{{#F230}}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{{#F223}}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{{#F235}}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{{#F224}}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{{#F225}}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{{#F226}}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{{#F227}}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{{#F228}}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7" name="Lineas 1147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8" name="Lineas 1148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9" name="Lineas 114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50" name="Lineas 115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{{#F265}}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{{#F266}}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{{#F259}}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{{#F260}}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{{#F261}}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{{#F262}}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{{#F263}}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{{#F264}}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3" name="Lineas 1183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4" name="Lineas 1184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5" name="Lineas 118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6" name="Lineas 118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{{#F289}}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{{#F288}}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{{#F287}}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{{#F290}}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{{#F291}}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{{#F292}}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